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8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67" r:id="rId2"/>
    <p:sldId id="257" r:id="rId3"/>
    <p:sldId id="258" r:id="rId4"/>
    <p:sldId id="259" r:id="rId5"/>
    <p:sldId id="270" r:id="rId6"/>
    <p:sldId id="271" r:id="rId7"/>
    <p:sldId id="261" r:id="rId8"/>
    <p:sldId id="262" r:id="rId9"/>
    <p:sldId id="256" r:id="rId10"/>
    <p:sldId id="263" r:id="rId11"/>
    <p:sldId id="264" r:id="rId12"/>
    <p:sldId id="265" r:id="rId13"/>
    <p:sldId id="268" r:id="rId14"/>
    <p:sldId id="269" r:id="rId15"/>
    <p:sldId id="266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77762"/>
  </p:normalViewPr>
  <p:slideViewPr>
    <p:cSldViewPr snapToGrid="0" snapToObjects="1">
      <p:cViewPr varScale="1">
        <p:scale>
          <a:sx n="92" d="100"/>
          <a:sy n="92" d="100"/>
        </p:scale>
        <p:origin x="239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DED1E9-20E9-423C-B89D-42F4D5EB924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6121777C-8765-4275-B156-777CDBE72236}">
      <dgm:prSet/>
      <dgm:spPr/>
      <dgm:t>
        <a:bodyPr/>
        <a:lstStyle/>
        <a:p>
          <a:r>
            <a:rPr lang="en-US" dirty="0"/>
            <a:t>Manual Testing: slow, error-prone</a:t>
          </a:r>
        </a:p>
      </dgm:t>
    </dgm:pt>
    <dgm:pt modelId="{171FE599-DD8B-4B79-9ABC-DC7C1FCB3895}" type="parTrans" cxnId="{9ACBFC1A-649B-49A9-981D-462913131596}">
      <dgm:prSet/>
      <dgm:spPr/>
      <dgm:t>
        <a:bodyPr/>
        <a:lstStyle/>
        <a:p>
          <a:endParaRPr lang="en-US"/>
        </a:p>
      </dgm:t>
    </dgm:pt>
    <dgm:pt modelId="{5416B03E-CA0F-4E3D-B55D-DB81AA4AA7F8}" type="sibTrans" cxnId="{9ACBFC1A-649B-49A9-981D-462913131596}">
      <dgm:prSet/>
      <dgm:spPr/>
      <dgm:t>
        <a:bodyPr/>
        <a:lstStyle/>
        <a:p>
          <a:endParaRPr lang="en-US"/>
        </a:p>
      </dgm:t>
    </dgm:pt>
    <dgm:pt modelId="{9E959102-3633-43EC-8DAC-C89348CF1D89}">
      <dgm:prSet/>
      <dgm:spPr/>
      <dgm:t>
        <a:bodyPr/>
        <a:lstStyle/>
        <a:p>
          <a:r>
            <a:rPr lang="en-US" dirty="0"/>
            <a:t>Automation: faster but brittle</a:t>
          </a:r>
        </a:p>
      </dgm:t>
    </dgm:pt>
    <dgm:pt modelId="{83555298-523D-4C99-9653-343311AE7EE5}" type="parTrans" cxnId="{9F96AC36-5B5D-4527-A9F2-A429BCC6D168}">
      <dgm:prSet/>
      <dgm:spPr/>
      <dgm:t>
        <a:bodyPr/>
        <a:lstStyle/>
        <a:p>
          <a:endParaRPr lang="en-US"/>
        </a:p>
      </dgm:t>
    </dgm:pt>
    <dgm:pt modelId="{64688772-460A-4806-8F88-E8DAD706EBA0}" type="sibTrans" cxnId="{9F96AC36-5B5D-4527-A9F2-A429BCC6D168}">
      <dgm:prSet/>
      <dgm:spPr/>
      <dgm:t>
        <a:bodyPr/>
        <a:lstStyle/>
        <a:p>
          <a:endParaRPr lang="en-US"/>
        </a:p>
      </dgm:t>
    </dgm:pt>
    <dgm:pt modelId="{DA752DEF-87F4-4CE1-B097-9BDBCAE45D4A}">
      <dgm:prSet/>
      <dgm:spPr/>
      <dgm:t>
        <a:bodyPr/>
        <a:lstStyle/>
        <a:p>
          <a:r>
            <a:rPr lang="en-US" dirty="0"/>
            <a:t>AI Testing: adaptive, intelligent</a:t>
          </a:r>
        </a:p>
      </dgm:t>
    </dgm:pt>
    <dgm:pt modelId="{019DBC15-0716-4D5D-9A48-4376B65510D3}" type="parTrans" cxnId="{8B6C4626-EF62-424A-8ACC-1E3C1DEF4A31}">
      <dgm:prSet/>
      <dgm:spPr/>
      <dgm:t>
        <a:bodyPr/>
        <a:lstStyle/>
        <a:p>
          <a:endParaRPr lang="en-US"/>
        </a:p>
      </dgm:t>
    </dgm:pt>
    <dgm:pt modelId="{AE700EFD-B069-4693-B9D2-C20A3F656E48}" type="sibTrans" cxnId="{8B6C4626-EF62-424A-8ACC-1E3C1DEF4A31}">
      <dgm:prSet/>
      <dgm:spPr/>
      <dgm:t>
        <a:bodyPr/>
        <a:lstStyle/>
        <a:p>
          <a:endParaRPr lang="en-US"/>
        </a:p>
      </dgm:t>
    </dgm:pt>
    <dgm:pt modelId="{04C1F17F-9C6D-477E-AEB3-5478A1665AE1}">
      <dgm:prSet/>
      <dgm:spPr/>
      <dgm:t>
        <a:bodyPr/>
        <a:lstStyle/>
        <a:p>
          <a:r>
            <a:rPr lang="en-US" dirty="0"/>
            <a:t>Need: Explainable + CI/CD integrated system</a:t>
          </a:r>
        </a:p>
      </dgm:t>
    </dgm:pt>
    <dgm:pt modelId="{0A48738C-C411-412E-8C40-E0445DDFAFC0}" type="parTrans" cxnId="{E6ED2B03-52A5-4DC5-83C0-FC74F1879C57}">
      <dgm:prSet/>
      <dgm:spPr/>
      <dgm:t>
        <a:bodyPr/>
        <a:lstStyle/>
        <a:p>
          <a:endParaRPr lang="en-US"/>
        </a:p>
      </dgm:t>
    </dgm:pt>
    <dgm:pt modelId="{A70903E5-8D88-4498-AACD-EC8D7C5B7700}" type="sibTrans" cxnId="{E6ED2B03-52A5-4DC5-83C0-FC74F1879C57}">
      <dgm:prSet/>
      <dgm:spPr/>
      <dgm:t>
        <a:bodyPr/>
        <a:lstStyle/>
        <a:p>
          <a:endParaRPr lang="en-US"/>
        </a:p>
      </dgm:t>
    </dgm:pt>
    <dgm:pt modelId="{4622FC93-1938-4BFE-BAF3-E8C31BB1150D}" type="pres">
      <dgm:prSet presAssocID="{CFDED1E9-20E9-423C-B89D-42F4D5EB9241}" presName="root" presStyleCnt="0">
        <dgm:presLayoutVars>
          <dgm:dir/>
          <dgm:resizeHandles val="exact"/>
        </dgm:presLayoutVars>
      </dgm:prSet>
      <dgm:spPr/>
    </dgm:pt>
    <dgm:pt modelId="{A5D867B4-EE70-40DF-9669-5BB1CD58A90C}" type="pres">
      <dgm:prSet presAssocID="{6121777C-8765-4275-B156-777CDBE72236}" presName="compNode" presStyleCnt="0"/>
      <dgm:spPr/>
    </dgm:pt>
    <dgm:pt modelId="{99E20954-9131-43A0-9E88-5E40C9AF061B}" type="pres">
      <dgm:prSet presAssocID="{6121777C-8765-4275-B156-777CDBE72236}" presName="bgRect" presStyleLbl="bgShp" presStyleIdx="0" presStyleCnt="4"/>
      <dgm:spPr/>
    </dgm:pt>
    <dgm:pt modelId="{C6E18026-33D4-4C2F-806D-35B4C2026A90}" type="pres">
      <dgm:prSet presAssocID="{6121777C-8765-4275-B156-777CDBE72236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awl"/>
        </a:ext>
      </dgm:extLst>
    </dgm:pt>
    <dgm:pt modelId="{B022C36C-3EE2-4782-9D1C-34EC173665EA}" type="pres">
      <dgm:prSet presAssocID="{6121777C-8765-4275-B156-777CDBE72236}" presName="spaceRect" presStyleCnt="0"/>
      <dgm:spPr/>
    </dgm:pt>
    <dgm:pt modelId="{5730CE80-20D6-421E-9809-AAD3C40FC1AE}" type="pres">
      <dgm:prSet presAssocID="{6121777C-8765-4275-B156-777CDBE72236}" presName="parTx" presStyleLbl="revTx" presStyleIdx="0" presStyleCnt="4">
        <dgm:presLayoutVars>
          <dgm:chMax val="0"/>
          <dgm:chPref val="0"/>
        </dgm:presLayoutVars>
      </dgm:prSet>
      <dgm:spPr/>
    </dgm:pt>
    <dgm:pt modelId="{D1D304DB-960D-47C9-9D4E-143521CFF304}" type="pres">
      <dgm:prSet presAssocID="{5416B03E-CA0F-4E3D-B55D-DB81AA4AA7F8}" presName="sibTrans" presStyleCnt="0"/>
      <dgm:spPr/>
    </dgm:pt>
    <dgm:pt modelId="{83BBF378-468B-4CB8-9930-E44C5C7BCCEA}" type="pres">
      <dgm:prSet presAssocID="{9E959102-3633-43EC-8DAC-C89348CF1D89}" presName="compNode" presStyleCnt="0"/>
      <dgm:spPr/>
    </dgm:pt>
    <dgm:pt modelId="{03EE2828-0F63-403E-B6BD-D8C41CE82CA3}" type="pres">
      <dgm:prSet presAssocID="{9E959102-3633-43EC-8DAC-C89348CF1D89}" presName="bgRect" presStyleLbl="bgShp" presStyleIdx="1" presStyleCnt="4"/>
      <dgm:spPr/>
    </dgm:pt>
    <dgm:pt modelId="{2C812501-A474-4530-B9A2-873192DAEF20}" type="pres">
      <dgm:prSet presAssocID="{9E959102-3633-43EC-8DAC-C89348CF1D89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ermometer"/>
        </a:ext>
      </dgm:extLst>
    </dgm:pt>
    <dgm:pt modelId="{7832DF7E-94D4-4133-989A-2CAE3870E3CD}" type="pres">
      <dgm:prSet presAssocID="{9E959102-3633-43EC-8DAC-C89348CF1D89}" presName="spaceRect" presStyleCnt="0"/>
      <dgm:spPr/>
    </dgm:pt>
    <dgm:pt modelId="{3BCFD46D-D30D-49AE-B98E-30C4002C5525}" type="pres">
      <dgm:prSet presAssocID="{9E959102-3633-43EC-8DAC-C89348CF1D89}" presName="parTx" presStyleLbl="revTx" presStyleIdx="1" presStyleCnt="4">
        <dgm:presLayoutVars>
          <dgm:chMax val="0"/>
          <dgm:chPref val="0"/>
        </dgm:presLayoutVars>
      </dgm:prSet>
      <dgm:spPr/>
    </dgm:pt>
    <dgm:pt modelId="{B3B35FD0-445C-4B21-8C86-C972445A2976}" type="pres">
      <dgm:prSet presAssocID="{64688772-460A-4806-8F88-E8DAD706EBA0}" presName="sibTrans" presStyleCnt="0"/>
      <dgm:spPr/>
    </dgm:pt>
    <dgm:pt modelId="{CFD011D1-40C0-4666-B763-9C989199EF85}" type="pres">
      <dgm:prSet presAssocID="{DA752DEF-87F4-4CE1-B097-9BDBCAE45D4A}" presName="compNode" presStyleCnt="0"/>
      <dgm:spPr/>
    </dgm:pt>
    <dgm:pt modelId="{C82B1692-C637-4698-92ED-591D8938CAD3}" type="pres">
      <dgm:prSet presAssocID="{DA752DEF-87F4-4CE1-B097-9BDBCAE45D4A}" presName="bgRect" presStyleLbl="bgShp" presStyleIdx="2" presStyleCnt="4"/>
      <dgm:spPr/>
    </dgm:pt>
    <dgm:pt modelId="{CDB99E9B-32D9-44E5-A316-91023EE060C7}" type="pres">
      <dgm:prSet presAssocID="{DA752DEF-87F4-4CE1-B097-9BDBCAE45D4A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2027A90B-B5B2-482C-886D-18E1A5308F69}" type="pres">
      <dgm:prSet presAssocID="{DA752DEF-87F4-4CE1-B097-9BDBCAE45D4A}" presName="spaceRect" presStyleCnt="0"/>
      <dgm:spPr/>
    </dgm:pt>
    <dgm:pt modelId="{9D554C74-7B5A-4450-82FF-2995338BF0E3}" type="pres">
      <dgm:prSet presAssocID="{DA752DEF-87F4-4CE1-B097-9BDBCAE45D4A}" presName="parTx" presStyleLbl="revTx" presStyleIdx="2" presStyleCnt="4">
        <dgm:presLayoutVars>
          <dgm:chMax val="0"/>
          <dgm:chPref val="0"/>
        </dgm:presLayoutVars>
      </dgm:prSet>
      <dgm:spPr/>
    </dgm:pt>
    <dgm:pt modelId="{C4244279-7614-4052-8E1E-5C193761E868}" type="pres">
      <dgm:prSet presAssocID="{AE700EFD-B069-4693-B9D2-C20A3F656E48}" presName="sibTrans" presStyleCnt="0"/>
      <dgm:spPr/>
    </dgm:pt>
    <dgm:pt modelId="{B0029DB8-77E6-46CC-B84A-670E49A14816}" type="pres">
      <dgm:prSet presAssocID="{04C1F17F-9C6D-477E-AEB3-5478A1665AE1}" presName="compNode" presStyleCnt="0"/>
      <dgm:spPr/>
    </dgm:pt>
    <dgm:pt modelId="{69755471-2234-4652-BDDF-A1334DFEB054}" type="pres">
      <dgm:prSet presAssocID="{04C1F17F-9C6D-477E-AEB3-5478A1665AE1}" presName="bgRect" presStyleLbl="bgShp" presStyleIdx="3" presStyleCnt="4"/>
      <dgm:spPr/>
    </dgm:pt>
    <dgm:pt modelId="{976E999B-B970-4B85-9CB3-9605DD0B96CC}" type="pres">
      <dgm:prSet presAssocID="{04C1F17F-9C6D-477E-AEB3-5478A1665AE1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D2485841-F852-447B-B5F8-E1CE17F0D52F}" type="pres">
      <dgm:prSet presAssocID="{04C1F17F-9C6D-477E-AEB3-5478A1665AE1}" presName="spaceRect" presStyleCnt="0"/>
      <dgm:spPr/>
    </dgm:pt>
    <dgm:pt modelId="{2DF469EE-102F-4BEC-943B-BE29EA1E5393}" type="pres">
      <dgm:prSet presAssocID="{04C1F17F-9C6D-477E-AEB3-5478A1665AE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6ED2B03-52A5-4DC5-83C0-FC74F1879C57}" srcId="{CFDED1E9-20E9-423C-B89D-42F4D5EB9241}" destId="{04C1F17F-9C6D-477E-AEB3-5478A1665AE1}" srcOrd="3" destOrd="0" parTransId="{0A48738C-C411-412E-8C40-E0445DDFAFC0}" sibTransId="{A70903E5-8D88-4498-AACD-EC8D7C5B7700}"/>
    <dgm:cxn modelId="{9ACBFC1A-649B-49A9-981D-462913131596}" srcId="{CFDED1E9-20E9-423C-B89D-42F4D5EB9241}" destId="{6121777C-8765-4275-B156-777CDBE72236}" srcOrd="0" destOrd="0" parTransId="{171FE599-DD8B-4B79-9ABC-DC7C1FCB3895}" sibTransId="{5416B03E-CA0F-4E3D-B55D-DB81AA4AA7F8}"/>
    <dgm:cxn modelId="{323B1120-ADA1-47CC-BB4E-E54EA22A69E0}" type="presOf" srcId="{CFDED1E9-20E9-423C-B89D-42F4D5EB9241}" destId="{4622FC93-1938-4BFE-BAF3-E8C31BB1150D}" srcOrd="0" destOrd="0" presId="urn:microsoft.com/office/officeart/2018/2/layout/IconVerticalSolidList"/>
    <dgm:cxn modelId="{8B6C4626-EF62-424A-8ACC-1E3C1DEF4A31}" srcId="{CFDED1E9-20E9-423C-B89D-42F4D5EB9241}" destId="{DA752DEF-87F4-4CE1-B097-9BDBCAE45D4A}" srcOrd="2" destOrd="0" parTransId="{019DBC15-0716-4D5D-9A48-4376B65510D3}" sibTransId="{AE700EFD-B069-4693-B9D2-C20A3F656E48}"/>
    <dgm:cxn modelId="{9F96AC36-5B5D-4527-A9F2-A429BCC6D168}" srcId="{CFDED1E9-20E9-423C-B89D-42F4D5EB9241}" destId="{9E959102-3633-43EC-8DAC-C89348CF1D89}" srcOrd="1" destOrd="0" parTransId="{83555298-523D-4C99-9653-343311AE7EE5}" sibTransId="{64688772-460A-4806-8F88-E8DAD706EBA0}"/>
    <dgm:cxn modelId="{9F791989-EE68-47EE-9D60-23A196EF145E}" type="presOf" srcId="{6121777C-8765-4275-B156-777CDBE72236}" destId="{5730CE80-20D6-421E-9809-AAD3C40FC1AE}" srcOrd="0" destOrd="0" presId="urn:microsoft.com/office/officeart/2018/2/layout/IconVerticalSolidList"/>
    <dgm:cxn modelId="{AD18B892-DC97-4B9E-B648-42F2F907C50C}" type="presOf" srcId="{04C1F17F-9C6D-477E-AEB3-5478A1665AE1}" destId="{2DF469EE-102F-4BEC-943B-BE29EA1E5393}" srcOrd="0" destOrd="0" presId="urn:microsoft.com/office/officeart/2018/2/layout/IconVerticalSolidList"/>
    <dgm:cxn modelId="{61BE84B3-2738-4698-859F-0DFE95B656BD}" type="presOf" srcId="{9E959102-3633-43EC-8DAC-C89348CF1D89}" destId="{3BCFD46D-D30D-49AE-B98E-30C4002C5525}" srcOrd="0" destOrd="0" presId="urn:microsoft.com/office/officeart/2018/2/layout/IconVerticalSolidList"/>
    <dgm:cxn modelId="{BE1CDAE7-2C85-49C6-A825-A476CF51D219}" type="presOf" srcId="{DA752DEF-87F4-4CE1-B097-9BDBCAE45D4A}" destId="{9D554C74-7B5A-4450-82FF-2995338BF0E3}" srcOrd="0" destOrd="0" presId="urn:microsoft.com/office/officeart/2018/2/layout/IconVerticalSolidList"/>
    <dgm:cxn modelId="{06A89CA6-DF8E-4815-A505-FFE17CE7BC88}" type="presParOf" srcId="{4622FC93-1938-4BFE-BAF3-E8C31BB1150D}" destId="{A5D867B4-EE70-40DF-9669-5BB1CD58A90C}" srcOrd="0" destOrd="0" presId="urn:microsoft.com/office/officeart/2018/2/layout/IconVerticalSolidList"/>
    <dgm:cxn modelId="{B5E5922E-C140-4734-B072-0DA8133F5353}" type="presParOf" srcId="{A5D867B4-EE70-40DF-9669-5BB1CD58A90C}" destId="{99E20954-9131-43A0-9E88-5E40C9AF061B}" srcOrd="0" destOrd="0" presId="urn:microsoft.com/office/officeart/2018/2/layout/IconVerticalSolidList"/>
    <dgm:cxn modelId="{DD5D753D-0389-41C5-9BC6-336FB818BF6E}" type="presParOf" srcId="{A5D867B4-EE70-40DF-9669-5BB1CD58A90C}" destId="{C6E18026-33D4-4C2F-806D-35B4C2026A90}" srcOrd="1" destOrd="0" presId="urn:microsoft.com/office/officeart/2018/2/layout/IconVerticalSolidList"/>
    <dgm:cxn modelId="{2B093AE8-A2D0-4801-A7B4-CBF988AC540B}" type="presParOf" srcId="{A5D867B4-EE70-40DF-9669-5BB1CD58A90C}" destId="{B022C36C-3EE2-4782-9D1C-34EC173665EA}" srcOrd="2" destOrd="0" presId="urn:microsoft.com/office/officeart/2018/2/layout/IconVerticalSolidList"/>
    <dgm:cxn modelId="{207BE6A4-1CB7-41ED-BDDA-83DB610972C5}" type="presParOf" srcId="{A5D867B4-EE70-40DF-9669-5BB1CD58A90C}" destId="{5730CE80-20D6-421E-9809-AAD3C40FC1AE}" srcOrd="3" destOrd="0" presId="urn:microsoft.com/office/officeart/2018/2/layout/IconVerticalSolidList"/>
    <dgm:cxn modelId="{3E830B5E-C891-443B-B02C-8F3A30F65219}" type="presParOf" srcId="{4622FC93-1938-4BFE-BAF3-E8C31BB1150D}" destId="{D1D304DB-960D-47C9-9D4E-143521CFF304}" srcOrd="1" destOrd="0" presId="urn:microsoft.com/office/officeart/2018/2/layout/IconVerticalSolidList"/>
    <dgm:cxn modelId="{7B3B6036-DFF3-4362-8BCE-2CCF586DA30C}" type="presParOf" srcId="{4622FC93-1938-4BFE-BAF3-E8C31BB1150D}" destId="{83BBF378-468B-4CB8-9930-E44C5C7BCCEA}" srcOrd="2" destOrd="0" presId="urn:microsoft.com/office/officeart/2018/2/layout/IconVerticalSolidList"/>
    <dgm:cxn modelId="{91575161-49FA-4000-99F5-D383A1025C84}" type="presParOf" srcId="{83BBF378-468B-4CB8-9930-E44C5C7BCCEA}" destId="{03EE2828-0F63-403E-B6BD-D8C41CE82CA3}" srcOrd="0" destOrd="0" presId="urn:microsoft.com/office/officeart/2018/2/layout/IconVerticalSolidList"/>
    <dgm:cxn modelId="{41B55346-A709-4EFF-B23F-381EBD2CD03D}" type="presParOf" srcId="{83BBF378-468B-4CB8-9930-E44C5C7BCCEA}" destId="{2C812501-A474-4530-B9A2-873192DAEF20}" srcOrd="1" destOrd="0" presId="urn:microsoft.com/office/officeart/2018/2/layout/IconVerticalSolidList"/>
    <dgm:cxn modelId="{0562C22D-F7A9-40D0-B0D5-1B512E67EEEB}" type="presParOf" srcId="{83BBF378-468B-4CB8-9930-E44C5C7BCCEA}" destId="{7832DF7E-94D4-4133-989A-2CAE3870E3CD}" srcOrd="2" destOrd="0" presId="urn:microsoft.com/office/officeart/2018/2/layout/IconVerticalSolidList"/>
    <dgm:cxn modelId="{C881B7A8-349C-41EF-8384-FE9E270788BB}" type="presParOf" srcId="{83BBF378-468B-4CB8-9930-E44C5C7BCCEA}" destId="{3BCFD46D-D30D-49AE-B98E-30C4002C5525}" srcOrd="3" destOrd="0" presId="urn:microsoft.com/office/officeart/2018/2/layout/IconVerticalSolidList"/>
    <dgm:cxn modelId="{34747602-327B-4C54-B6BD-80A96B20281C}" type="presParOf" srcId="{4622FC93-1938-4BFE-BAF3-E8C31BB1150D}" destId="{B3B35FD0-445C-4B21-8C86-C972445A2976}" srcOrd="3" destOrd="0" presId="urn:microsoft.com/office/officeart/2018/2/layout/IconVerticalSolidList"/>
    <dgm:cxn modelId="{12F94696-0536-4041-8A08-5377BEC37C2D}" type="presParOf" srcId="{4622FC93-1938-4BFE-BAF3-E8C31BB1150D}" destId="{CFD011D1-40C0-4666-B763-9C989199EF85}" srcOrd="4" destOrd="0" presId="urn:microsoft.com/office/officeart/2018/2/layout/IconVerticalSolidList"/>
    <dgm:cxn modelId="{7F8A506A-BCDE-41DC-95D8-3E149D45DA62}" type="presParOf" srcId="{CFD011D1-40C0-4666-B763-9C989199EF85}" destId="{C82B1692-C637-4698-92ED-591D8938CAD3}" srcOrd="0" destOrd="0" presId="urn:microsoft.com/office/officeart/2018/2/layout/IconVerticalSolidList"/>
    <dgm:cxn modelId="{3BBC0C78-7702-4180-A19C-EAF9D289B961}" type="presParOf" srcId="{CFD011D1-40C0-4666-B763-9C989199EF85}" destId="{CDB99E9B-32D9-44E5-A316-91023EE060C7}" srcOrd="1" destOrd="0" presId="urn:microsoft.com/office/officeart/2018/2/layout/IconVerticalSolidList"/>
    <dgm:cxn modelId="{9B27B31E-88EA-4DBE-816D-EF11B0645F70}" type="presParOf" srcId="{CFD011D1-40C0-4666-B763-9C989199EF85}" destId="{2027A90B-B5B2-482C-886D-18E1A5308F69}" srcOrd="2" destOrd="0" presId="urn:microsoft.com/office/officeart/2018/2/layout/IconVerticalSolidList"/>
    <dgm:cxn modelId="{0905CB5D-1612-4D61-B6C3-3E0CEBE8C2A3}" type="presParOf" srcId="{CFD011D1-40C0-4666-B763-9C989199EF85}" destId="{9D554C74-7B5A-4450-82FF-2995338BF0E3}" srcOrd="3" destOrd="0" presId="urn:microsoft.com/office/officeart/2018/2/layout/IconVerticalSolidList"/>
    <dgm:cxn modelId="{96FB50CE-B3E6-4A9F-B8F7-C7A9FED740EB}" type="presParOf" srcId="{4622FC93-1938-4BFE-BAF3-E8C31BB1150D}" destId="{C4244279-7614-4052-8E1E-5C193761E868}" srcOrd="5" destOrd="0" presId="urn:microsoft.com/office/officeart/2018/2/layout/IconVerticalSolidList"/>
    <dgm:cxn modelId="{8A5CA10A-CB0B-4C56-933E-FDDF8F3B688A}" type="presParOf" srcId="{4622FC93-1938-4BFE-BAF3-E8C31BB1150D}" destId="{B0029DB8-77E6-46CC-B84A-670E49A14816}" srcOrd="6" destOrd="0" presId="urn:microsoft.com/office/officeart/2018/2/layout/IconVerticalSolidList"/>
    <dgm:cxn modelId="{2465FD08-EEDE-4B1C-A69D-E9AF243F8C65}" type="presParOf" srcId="{B0029DB8-77E6-46CC-B84A-670E49A14816}" destId="{69755471-2234-4652-BDDF-A1334DFEB054}" srcOrd="0" destOrd="0" presId="urn:microsoft.com/office/officeart/2018/2/layout/IconVerticalSolidList"/>
    <dgm:cxn modelId="{CE58CF23-084B-471D-85F4-D3E99143558E}" type="presParOf" srcId="{B0029DB8-77E6-46CC-B84A-670E49A14816}" destId="{976E999B-B970-4B85-9CB3-9605DD0B96CC}" srcOrd="1" destOrd="0" presId="urn:microsoft.com/office/officeart/2018/2/layout/IconVerticalSolidList"/>
    <dgm:cxn modelId="{4215EEAF-6B3C-4C4E-BBB7-48827A012CA2}" type="presParOf" srcId="{B0029DB8-77E6-46CC-B84A-670E49A14816}" destId="{D2485841-F852-447B-B5F8-E1CE17F0D52F}" srcOrd="2" destOrd="0" presId="urn:microsoft.com/office/officeart/2018/2/layout/IconVerticalSolidList"/>
    <dgm:cxn modelId="{1B122BC2-C0D1-4FD1-9891-93A164D43A39}" type="presParOf" srcId="{B0029DB8-77E6-46CC-B84A-670E49A14816}" destId="{2DF469EE-102F-4BEC-943B-BE29EA1E539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3B3ED70-3659-4CB9-ACE6-0BDED39B51F8}" type="doc">
      <dgm:prSet loTypeId="urn:microsoft.com/office/officeart/2005/8/layout/hierarchy1" loCatId="hierarchy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825F5B0F-E035-470C-842D-D0C8532B2BDB}">
      <dgm:prSet/>
      <dgm:spPr/>
      <dgm:t>
        <a:bodyPr/>
        <a:lstStyle/>
        <a:p>
          <a:r>
            <a:rPr lang="en-US" dirty="0"/>
            <a:t>No standard benchmarks</a:t>
          </a:r>
        </a:p>
      </dgm:t>
    </dgm:pt>
    <dgm:pt modelId="{BA6543F9-031A-4D0F-BCCE-3A268C519EEB}" type="parTrans" cxnId="{74888E34-C0F3-499D-8D23-68327566DF26}">
      <dgm:prSet/>
      <dgm:spPr/>
      <dgm:t>
        <a:bodyPr/>
        <a:lstStyle/>
        <a:p>
          <a:endParaRPr lang="en-US"/>
        </a:p>
      </dgm:t>
    </dgm:pt>
    <dgm:pt modelId="{B26070DB-21AE-41A2-A783-D5EFB09912D6}" type="sibTrans" cxnId="{74888E34-C0F3-499D-8D23-68327566DF26}">
      <dgm:prSet/>
      <dgm:spPr/>
      <dgm:t>
        <a:bodyPr/>
        <a:lstStyle/>
        <a:p>
          <a:endParaRPr lang="en-US"/>
        </a:p>
      </dgm:t>
    </dgm:pt>
    <dgm:pt modelId="{1F6297EC-591D-4787-A368-E1A7E46B876D}">
      <dgm:prSet/>
      <dgm:spPr/>
      <dgm:t>
        <a:bodyPr/>
        <a:lstStyle/>
        <a:p>
          <a:r>
            <a:rPr lang="en-US"/>
            <a:t>Black-box AI decisions</a:t>
          </a:r>
        </a:p>
      </dgm:t>
    </dgm:pt>
    <dgm:pt modelId="{5A16FC08-E9A9-4C36-8D10-EA5BD9280B5E}" type="parTrans" cxnId="{64960371-7CF3-4C2E-BE6D-CEE6A00671B9}">
      <dgm:prSet/>
      <dgm:spPr/>
      <dgm:t>
        <a:bodyPr/>
        <a:lstStyle/>
        <a:p>
          <a:endParaRPr lang="en-US"/>
        </a:p>
      </dgm:t>
    </dgm:pt>
    <dgm:pt modelId="{06A673FE-072D-4987-AF97-AC74B1872128}" type="sibTrans" cxnId="{64960371-7CF3-4C2E-BE6D-CEE6A00671B9}">
      <dgm:prSet/>
      <dgm:spPr/>
      <dgm:t>
        <a:bodyPr/>
        <a:lstStyle/>
        <a:p>
          <a:endParaRPr lang="en-US"/>
        </a:p>
      </dgm:t>
    </dgm:pt>
    <dgm:pt modelId="{9CED6BBE-83B7-4521-B9DD-7162B2CBA988}">
      <dgm:prSet/>
      <dgm:spPr/>
      <dgm:t>
        <a:bodyPr/>
        <a:lstStyle/>
        <a:p>
          <a:r>
            <a:rPr lang="en-US"/>
            <a:t>Weak CI/CD integration</a:t>
          </a:r>
        </a:p>
      </dgm:t>
    </dgm:pt>
    <dgm:pt modelId="{4386C7F7-CF90-4755-8E08-3AB296466514}" type="parTrans" cxnId="{9DA4393C-6788-4D08-A368-3FD4B1F463D0}">
      <dgm:prSet/>
      <dgm:spPr/>
      <dgm:t>
        <a:bodyPr/>
        <a:lstStyle/>
        <a:p>
          <a:endParaRPr lang="en-US"/>
        </a:p>
      </dgm:t>
    </dgm:pt>
    <dgm:pt modelId="{4BA7FA8E-E46E-4DDA-A4F8-9179964EA71D}" type="sibTrans" cxnId="{9DA4393C-6788-4D08-A368-3FD4B1F463D0}">
      <dgm:prSet/>
      <dgm:spPr/>
      <dgm:t>
        <a:bodyPr/>
        <a:lstStyle/>
        <a:p>
          <a:endParaRPr lang="en-US"/>
        </a:p>
      </dgm:t>
    </dgm:pt>
    <dgm:pt modelId="{712F337E-E81E-433E-90C4-942111A2550B}">
      <dgm:prSet/>
      <dgm:spPr/>
      <dgm:t>
        <a:bodyPr/>
        <a:lstStyle/>
        <a:p>
          <a:r>
            <a:rPr lang="en-US" dirty="0"/>
            <a:t>Limited validation</a:t>
          </a:r>
        </a:p>
      </dgm:t>
    </dgm:pt>
    <dgm:pt modelId="{C0F03C14-5C5F-4077-851F-43C25A47E12C}" type="parTrans" cxnId="{CD12B19B-4A39-45C2-B9E3-4A1DAC5165C0}">
      <dgm:prSet/>
      <dgm:spPr/>
      <dgm:t>
        <a:bodyPr/>
        <a:lstStyle/>
        <a:p>
          <a:endParaRPr lang="en-US"/>
        </a:p>
      </dgm:t>
    </dgm:pt>
    <dgm:pt modelId="{76475BC6-153E-41FB-AE88-C2E9DAC53ABE}" type="sibTrans" cxnId="{CD12B19B-4A39-45C2-B9E3-4A1DAC5165C0}">
      <dgm:prSet/>
      <dgm:spPr/>
      <dgm:t>
        <a:bodyPr/>
        <a:lstStyle/>
        <a:p>
          <a:endParaRPr lang="en-US"/>
        </a:p>
      </dgm:t>
    </dgm:pt>
    <dgm:pt modelId="{68CA7285-2DC7-EE4D-96E9-92C4A7A5E942}" type="pres">
      <dgm:prSet presAssocID="{03B3ED70-3659-4CB9-ACE6-0BDED39B51F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F5A12E6-074D-3349-839B-9965685D597B}" type="pres">
      <dgm:prSet presAssocID="{825F5B0F-E035-470C-842D-D0C8532B2BDB}" presName="hierRoot1" presStyleCnt="0"/>
      <dgm:spPr/>
    </dgm:pt>
    <dgm:pt modelId="{020F8F51-29B4-8F43-8807-535BE7CFC523}" type="pres">
      <dgm:prSet presAssocID="{825F5B0F-E035-470C-842D-D0C8532B2BDB}" presName="composite" presStyleCnt="0"/>
      <dgm:spPr/>
    </dgm:pt>
    <dgm:pt modelId="{B073F28D-0B49-E645-8D91-762D0A2C31C8}" type="pres">
      <dgm:prSet presAssocID="{825F5B0F-E035-470C-842D-D0C8532B2BDB}" presName="background" presStyleLbl="node0" presStyleIdx="0" presStyleCnt="4"/>
      <dgm:spPr/>
    </dgm:pt>
    <dgm:pt modelId="{8543BD28-23AB-B745-B06A-943768A36DF5}" type="pres">
      <dgm:prSet presAssocID="{825F5B0F-E035-470C-842D-D0C8532B2BDB}" presName="text" presStyleLbl="fgAcc0" presStyleIdx="0" presStyleCnt="4">
        <dgm:presLayoutVars>
          <dgm:chPref val="3"/>
        </dgm:presLayoutVars>
      </dgm:prSet>
      <dgm:spPr/>
    </dgm:pt>
    <dgm:pt modelId="{2DD20A68-3EAC-994B-96D4-41F3ED98AEB9}" type="pres">
      <dgm:prSet presAssocID="{825F5B0F-E035-470C-842D-D0C8532B2BDB}" presName="hierChild2" presStyleCnt="0"/>
      <dgm:spPr/>
    </dgm:pt>
    <dgm:pt modelId="{CF4EEAC4-5EEB-5842-AE8E-9A60C1640B2C}" type="pres">
      <dgm:prSet presAssocID="{1F6297EC-591D-4787-A368-E1A7E46B876D}" presName="hierRoot1" presStyleCnt="0"/>
      <dgm:spPr/>
    </dgm:pt>
    <dgm:pt modelId="{98588B7F-2E7E-FE42-B3E7-CAC33EFDBD13}" type="pres">
      <dgm:prSet presAssocID="{1F6297EC-591D-4787-A368-E1A7E46B876D}" presName="composite" presStyleCnt="0"/>
      <dgm:spPr/>
    </dgm:pt>
    <dgm:pt modelId="{EAE8A201-ECA7-BC48-9279-CB56D0E7AB88}" type="pres">
      <dgm:prSet presAssocID="{1F6297EC-591D-4787-A368-E1A7E46B876D}" presName="background" presStyleLbl="node0" presStyleIdx="1" presStyleCnt="4"/>
      <dgm:spPr/>
    </dgm:pt>
    <dgm:pt modelId="{D539CC82-4139-AA4B-8DD9-20EB9D9025DC}" type="pres">
      <dgm:prSet presAssocID="{1F6297EC-591D-4787-A368-E1A7E46B876D}" presName="text" presStyleLbl="fgAcc0" presStyleIdx="1" presStyleCnt="4">
        <dgm:presLayoutVars>
          <dgm:chPref val="3"/>
        </dgm:presLayoutVars>
      </dgm:prSet>
      <dgm:spPr/>
    </dgm:pt>
    <dgm:pt modelId="{79AE9891-2313-B14B-A8FA-358220C62717}" type="pres">
      <dgm:prSet presAssocID="{1F6297EC-591D-4787-A368-E1A7E46B876D}" presName="hierChild2" presStyleCnt="0"/>
      <dgm:spPr/>
    </dgm:pt>
    <dgm:pt modelId="{2E4BA9F8-4928-D94A-9A9D-F0E2CF5A08FB}" type="pres">
      <dgm:prSet presAssocID="{9CED6BBE-83B7-4521-B9DD-7162B2CBA988}" presName="hierRoot1" presStyleCnt="0"/>
      <dgm:spPr/>
    </dgm:pt>
    <dgm:pt modelId="{B2268C90-5F15-664D-A2A0-CA69E1402D51}" type="pres">
      <dgm:prSet presAssocID="{9CED6BBE-83B7-4521-B9DD-7162B2CBA988}" presName="composite" presStyleCnt="0"/>
      <dgm:spPr/>
    </dgm:pt>
    <dgm:pt modelId="{E54D8B1D-3E09-EB4C-B073-B5AFD2CFD106}" type="pres">
      <dgm:prSet presAssocID="{9CED6BBE-83B7-4521-B9DD-7162B2CBA988}" presName="background" presStyleLbl="node0" presStyleIdx="2" presStyleCnt="4"/>
      <dgm:spPr/>
    </dgm:pt>
    <dgm:pt modelId="{C2876DC0-6BA1-ED43-914D-302CADF82933}" type="pres">
      <dgm:prSet presAssocID="{9CED6BBE-83B7-4521-B9DD-7162B2CBA988}" presName="text" presStyleLbl="fgAcc0" presStyleIdx="2" presStyleCnt="4">
        <dgm:presLayoutVars>
          <dgm:chPref val="3"/>
        </dgm:presLayoutVars>
      </dgm:prSet>
      <dgm:spPr/>
    </dgm:pt>
    <dgm:pt modelId="{6D655B68-C41A-A640-8A25-1CE7A062C6C4}" type="pres">
      <dgm:prSet presAssocID="{9CED6BBE-83B7-4521-B9DD-7162B2CBA988}" presName="hierChild2" presStyleCnt="0"/>
      <dgm:spPr/>
    </dgm:pt>
    <dgm:pt modelId="{9D2C78E9-607D-F145-985C-DEECB27922E1}" type="pres">
      <dgm:prSet presAssocID="{712F337E-E81E-433E-90C4-942111A2550B}" presName="hierRoot1" presStyleCnt="0"/>
      <dgm:spPr/>
    </dgm:pt>
    <dgm:pt modelId="{822D0671-24B8-E741-9447-45B47E9B4A24}" type="pres">
      <dgm:prSet presAssocID="{712F337E-E81E-433E-90C4-942111A2550B}" presName="composite" presStyleCnt="0"/>
      <dgm:spPr/>
    </dgm:pt>
    <dgm:pt modelId="{624A65E0-A0A5-B841-A297-77C7C7C62AF2}" type="pres">
      <dgm:prSet presAssocID="{712F337E-E81E-433E-90C4-942111A2550B}" presName="background" presStyleLbl="node0" presStyleIdx="3" presStyleCnt="4"/>
      <dgm:spPr/>
    </dgm:pt>
    <dgm:pt modelId="{C370D0E2-4151-DF45-9A9A-71CAD96E249C}" type="pres">
      <dgm:prSet presAssocID="{712F337E-E81E-433E-90C4-942111A2550B}" presName="text" presStyleLbl="fgAcc0" presStyleIdx="3" presStyleCnt="4">
        <dgm:presLayoutVars>
          <dgm:chPref val="3"/>
        </dgm:presLayoutVars>
      </dgm:prSet>
      <dgm:spPr/>
    </dgm:pt>
    <dgm:pt modelId="{137ED781-9418-5844-BB55-488D8D1F976C}" type="pres">
      <dgm:prSet presAssocID="{712F337E-E81E-433E-90C4-942111A2550B}" presName="hierChild2" presStyleCnt="0"/>
      <dgm:spPr/>
    </dgm:pt>
  </dgm:ptLst>
  <dgm:cxnLst>
    <dgm:cxn modelId="{BA8DD00E-715A-F049-AE11-B548E455C11F}" type="presOf" srcId="{03B3ED70-3659-4CB9-ACE6-0BDED39B51F8}" destId="{68CA7285-2DC7-EE4D-96E9-92C4A7A5E942}" srcOrd="0" destOrd="0" presId="urn:microsoft.com/office/officeart/2005/8/layout/hierarchy1"/>
    <dgm:cxn modelId="{E449F720-4295-514C-863E-B7F006FA3919}" type="presOf" srcId="{1F6297EC-591D-4787-A368-E1A7E46B876D}" destId="{D539CC82-4139-AA4B-8DD9-20EB9D9025DC}" srcOrd="0" destOrd="0" presId="urn:microsoft.com/office/officeart/2005/8/layout/hierarchy1"/>
    <dgm:cxn modelId="{8CCF722A-5114-2347-B028-278F18E7AA19}" type="presOf" srcId="{712F337E-E81E-433E-90C4-942111A2550B}" destId="{C370D0E2-4151-DF45-9A9A-71CAD96E249C}" srcOrd="0" destOrd="0" presId="urn:microsoft.com/office/officeart/2005/8/layout/hierarchy1"/>
    <dgm:cxn modelId="{74888E34-C0F3-499D-8D23-68327566DF26}" srcId="{03B3ED70-3659-4CB9-ACE6-0BDED39B51F8}" destId="{825F5B0F-E035-470C-842D-D0C8532B2BDB}" srcOrd="0" destOrd="0" parTransId="{BA6543F9-031A-4D0F-BCCE-3A268C519EEB}" sibTransId="{B26070DB-21AE-41A2-A783-D5EFB09912D6}"/>
    <dgm:cxn modelId="{9DA4393C-6788-4D08-A368-3FD4B1F463D0}" srcId="{03B3ED70-3659-4CB9-ACE6-0BDED39B51F8}" destId="{9CED6BBE-83B7-4521-B9DD-7162B2CBA988}" srcOrd="2" destOrd="0" parTransId="{4386C7F7-CF90-4755-8E08-3AB296466514}" sibTransId="{4BA7FA8E-E46E-4DDA-A4F8-9179964EA71D}"/>
    <dgm:cxn modelId="{75BBCC70-2F21-9947-A8A0-1DEE921E7459}" type="presOf" srcId="{825F5B0F-E035-470C-842D-D0C8532B2BDB}" destId="{8543BD28-23AB-B745-B06A-943768A36DF5}" srcOrd="0" destOrd="0" presId="urn:microsoft.com/office/officeart/2005/8/layout/hierarchy1"/>
    <dgm:cxn modelId="{64960371-7CF3-4C2E-BE6D-CEE6A00671B9}" srcId="{03B3ED70-3659-4CB9-ACE6-0BDED39B51F8}" destId="{1F6297EC-591D-4787-A368-E1A7E46B876D}" srcOrd="1" destOrd="0" parTransId="{5A16FC08-E9A9-4C36-8D10-EA5BD9280B5E}" sibTransId="{06A673FE-072D-4987-AF97-AC74B1872128}"/>
    <dgm:cxn modelId="{CD12B19B-4A39-45C2-B9E3-4A1DAC5165C0}" srcId="{03B3ED70-3659-4CB9-ACE6-0BDED39B51F8}" destId="{712F337E-E81E-433E-90C4-942111A2550B}" srcOrd="3" destOrd="0" parTransId="{C0F03C14-5C5F-4077-851F-43C25A47E12C}" sibTransId="{76475BC6-153E-41FB-AE88-C2E9DAC53ABE}"/>
    <dgm:cxn modelId="{77AEFACC-FF3C-544A-B501-ADA4EEA441EC}" type="presOf" srcId="{9CED6BBE-83B7-4521-B9DD-7162B2CBA988}" destId="{C2876DC0-6BA1-ED43-914D-302CADF82933}" srcOrd="0" destOrd="0" presId="urn:microsoft.com/office/officeart/2005/8/layout/hierarchy1"/>
    <dgm:cxn modelId="{D1B58E2E-A829-164D-90C7-BBE23D94CF9C}" type="presParOf" srcId="{68CA7285-2DC7-EE4D-96E9-92C4A7A5E942}" destId="{4F5A12E6-074D-3349-839B-9965685D597B}" srcOrd="0" destOrd="0" presId="urn:microsoft.com/office/officeart/2005/8/layout/hierarchy1"/>
    <dgm:cxn modelId="{8CEED4F9-39E5-8741-B5F5-E1A15D05DCE3}" type="presParOf" srcId="{4F5A12E6-074D-3349-839B-9965685D597B}" destId="{020F8F51-29B4-8F43-8807-535BE7CFC523}" srcOrd="0" destOrd="0" presId="urn:microsoft.com/office/officeart/2005/8/layout/hierarchy1"/>
    <dgm:cxn modelId="{BEB54E95-7628-584B-A543-0C73B9B57E2E}" type="presParOf" srcId="{020F8F51-29B4-8F43-8807-535BE7CFC523}" destId="{B073F28D-0B49-E645-8D91-762D0A2C31C8}" srcOrd="0" destOrd="0" presId="urn:microsoft.com/office/officeart/2005/8/layout/hierarchy1"/>
    <dgm:cxn modelId="{A0B35C64-546D-F849-A637-B5C8EAA1A5D0}" type="presParOf" srcId="{020F8F51-29B4-8F43-8807-535BE7CFC523}" destId="{8543BD28-23AB-B745-B06A-943768A36DF5}" srcOrd="1" destOrd="0" presId="urn:microsoft.com/office/officeart/2005/8/layout/hierarchy1"/>
    <dgm:cxn modelId="{536AE754-5CD4-A14A-A87A-B37D938A23CA}" type="presParOf" srcId="{4F5A12E6-074D-3349-839B-9965685D597B}" destId="{2DD20A68-3EAC-994B-96D4-41F3ED98AEB9}" srcOrd="1" destOrd="0" presId="urn:microsoft.com/office/officeart/2005/8/layout/hierarchy1"/>
    <dgm:cxn modelId="{8A9AE3C3-1E21-1649-98CB-B6BA777FFEF6}" type="presParOf" srcId="{68CA7285-2DC7-EE4D-96E9-92C4A7A5E942}" destId="{CF4EEAC4-5EEB-5842-AE8E-9A60C1640B2C}" srcOrd="1" destOrd="0" presId="urn:microsoft.com/office/officeart/2005/8/layout/hierarchy1"/>
    <dgm:cxn modelId="{CE4D0180-F495-F942-919B-CFF16CF88F6B}" type="presParOf" srcId="{CF4EEAC4-5EEB-5842-AE8E-9A60C1640B2C}" destId="{98588B7F-2E7E-FE42-B3E7-CAC33EFDBD13}" srcOrd="0" destOrd="0" presId="urn:microsoft.com/office/officeart/2005/8/layout/hierarchy1"/>
    <dgm:cxn modelId="{0A6933D5-1CE9-774D-8DA7-5393502F3D12}" type="presParOf" srcId="{98588B7F-2E7E-FE42-B3E7-CAC33EFDBD13}" destId="{EAE8A201-ECA7-BC48-9279-CB56D0E7AB88}" srcOrd="0" destOrd="0" presId="urn:microsoft.com/office/officeart/2005/8/layout/hierarchy1"/>
    <dgm:cxn modelId="{09496195-34DD-3445-81A0-C04754F0CA59}" type="presParOf" srcId="{98588B7F-2E7E-FE42-B3E7-CAC33EFDBD13}" destId="{D539CC82-4139-AA4B-8DD9-20EB9D9025DC}" srcOrd="1" destOrd="0" presId="urn:microsoft.com/office/officeart/2005/8/layout/hierarchy1"/>
    <dgm:cxn modelId="{CF6B9818-0567-374F-98BB-CE9B4CDFA625}" type="presParOf" srcId="{CF4EEAC4-5EEB-5842-AE8E-9A60C1640B2C}" destId="{79AE9891-2313-B14B-A8FA-358220C62717}" srcOrd="1" destOrd="0" presId="urn:microsoft.com/office/officeart/2005/8/layout/hierarchy1"/>
    <dgm:cxn modelId="{49C103D4-71E6-2948-BF47-0A6F96AC29B9}" type="presParOf" srcId="{68CA7285-2DC7-EE4D-96E9-92C4A7A5E942}" destId="{2E4BA9F8-4928-D94A-9A9D-F0E2CF5A08FB}" srcOrd="2" destOrd="0" presId="urn:microsoft.com/office/officeart/2005/8/layout/hierarchy1"/>
    <dgm:cxn modelId="{AC9C4F02-6999-8142-8F53-0ADB91737787}" type="presParOf" srcId="{2E4BA9F8-4928-D94A-9A9D-F0E2CF5A08FB}" destId="{B2268C90-5F15-664D-A2A0-CA69E1402D51}" srcOrd="0" destOrd="0" presId="urn:microsoft.com/office/officeart/2005/8/layout/hierarchy1"/>
    <dgm:cxn modelId="{831EC1EF-DE8F-2441-BCF9-C7EF413156F4}" type="presParOf" srcId="{B2268C90-5F15-664D-A2A0-CA69E1402D51}" destId="{E54D8B1D-3E09-EB4C-B073-B5AFD2CFD106}" srcOrd="0" destOrd="0" presId="urn:microsoft.com/office/officeart/2005/8/layout/hierarchy1"/>
    <dgm:cxn modelId="{03D7EB50-4EA7-C24D-8874-BDE309BD4156}" type="presParOf" srcId="{B2268C90-5F15-664D-A2A0-CA69E1402D51}" destId="{C2876DC0-6BA1-ED43-914D-302CADF82933}" srcOrd="1" destOrd="0" presId="urn:microsoft.com/office/officeart/2005/8/layout/hierarchy1"/>
    <dgm:cxn modelId="{590BEB6C-B86F-874C-A552-1DA2144BF220}" type="presParOf" srcId="{2E4BA9F8-4928-D94A-9A9D-F0E2CF5A08FB}" destId="{6D655B68-C41A-A640-8A25-1CE7A062C6C4}" srcOrd="1" destOrd="0" presId="urn:microsoft.com/office/officeart/2005/8/layout/hierarchy1"/>
    <dgm:cxn modelId="{561BDAEF-70C0-FC4F-AE92-DBFE3FB8FA26}" type="presParOf" srcId="{68CA7285-2DC7-EE4D-96E9-92C4A7A5E942}" destId="{9D2C78E9-607D-F145-985C-DEECB27922E1}" srcOrd="3" destOrd="0" presId="urn:microsoft.com/office/officeart/2005/8/layout/hierarchy1"/>
    <dgm:cxn modelId="{58E11C72-D050-104A-AF37-FD131B3D9613}" type="presParOf" srcId="{9D2C78E9-607D-F145-985C-DEECB27922E1}" destId="{822D0671-24B8-E741-9447-45B47E9B4A24}" srcOrd="0" destOrd="0" presId="urn:microsoft.com/office/officeart/2005/8/layout/hierarchy1"/>
    <dgm:cxn modelId="{7EA8A93A-E841-AF49-977C-307963098716}" type="presParOf" srcId="{822D0671-24B8-E741-9447-45B47E9B4A24}" destId="{624A65E0-A0A5-B841-A297-77C7C7C62AF2}" srcOrd="0" destOrd="0" presId="urn:microsoft.com/office/officeart/2005/8/layout/hierarchy1"/>
    <dgm:cxn modelId="{C3669AD6-659D-A849-9B6E-BA7036FA4941}" type="presParOf" srcId="{822D0671-24B8-E741-9447-45B47E9B4A24}" destId="{C370D0E2-4151-DF45-9A9A-71CAD96E249C}" srcOrd="1" destOrd="0" presId="urn:microsoft.com/office/officeart/2005/8/layout/hierarchy1"/>
    <dgm:cxn modelId="{88A1655C-5148-754D-BF5C-C646605ECE80}" type="presParOf" srcId="{9D2C78E9-607D-F145-985C-DEECB27922E1}" destId="{137ED781-9418-5844-BB55-488D8D1F976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7916D24-4C4E-40F4-BD3F-86B509CE2864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D9675DD-22BD-4F6C-9BEB-38F2D71A6CAB}">
      <dgm:prSet/>
      <dgm:spPr/>
      <dgm:t>
        <a:bodyPr/>
        <a:lstStyle/>
        <a:p>
          <a:r>
            <a:rPr lang="en-US" dirty="0"/>
            <a:t>How to benchmark AI testing?</a:t>
          </a:r>
        </a:p>
      </dgm:t>
    </dgm:pt>
    <dgm:pt modelId="{08CCB406-3237-4057-9D35-990C5BFE68FE}" type="parTrans" cxnId="{3E091633-2CD8-42B2-9B84-C8FE123C8E8C}">
      <dgm:prSet/>
      <dgm:spPr/>
      <dgm:t>
        <a:bodyPr/>
        <a:lstStyle/>
        <a:p>
          <a:endParaRPr lang="en-US"/>
        </a:p>
      </dgm:t>
    </dgm:pt>
    <dgm:pt modelId="{E520EB23-C08D-43C3-85E6-FAF611E3E49C}" type="sibTrans" cxnId="{3E091633-2CD8-42B2-9B84-C8FE123C8E8C}">
      <dgm:prSet/>
      <dgm:spPr/>
      <dgm:t>
        <a:bodyPr/>
        <a:lstStyle/>
        <a:p>
          <a:endParaRPr lang="en-US"/>
        </a:p>
      </dgm:t>
    </dgm:pt>
    <dgm:pt modelId="{210C8EF6-7EC1-4802-9189-B21049E37B0E}">
      <dgm:prSet/>
      <dgm:spPr/>
      <dgm:t>
        <a:bodyPr/>
        <a:lstStyle/>
        <a:p>
          <a:r>
            <a:rPr lang="en-US" dirty="0"/>
            <a:t>How to improve explainability?</a:t>
          </a:r>
        </a:p>
      </dgm:t>
    </dgm:pt>
    <dgm:pt modelId="{5607C967-EBCA-43EE-8FB2-DAF2ED3244A4}" type="parTrans" cxnId="{6AA096E4-1895-4466-909E-A481A4184148}">
      <dgm:prSet/>
      <dgm:spPr/>
      <dgm:t>
        <a:bodyPr/>
        <a:lstStyle/>
        <a:p>
          <a:endParaRPr lang="en-US"/>
        </a:p>
      </dgm:t>
    </dgm:pt>
    <dgm:pt modelId="{E4957550-2DD0-41A5-AC7A-853B46B9810B}" type="sibTrans" cxnId="{6AA096E4-1895-4466-909E-A481A4184148}">
      <dgm:prSet/>
      <dgm:spPr/>
      <dgm:t>
        <a:bodyPr/>
        <a:lstStyle/>
        <a:p>
          <a:endParaRPr lang="en-US"/>
        </a:p>
      </dgm:t>
    </dgm:pt>
    <dgm:pt modelId="{F3D306B8-10B5-41E9-B6DB-9ABA040D098E}">
      <dgm:prSet/>
      <dgm:spPr/>
      <dgm:t>
        <a:bodyPr/>
        <a:lstStyle/>
        <a:p>
          <a:r>
            <a:rPr lang="en-US" dirty="0"/>
            <a:t>Which XAI methods are best?</a:t>
          </a:r>
        </a:p>
      </dgm:t>
    </dgm:pt>
    <dgm:pt modelId="{2623B0A9-29E9-432D-A710-B4728CE798F3}" type="parTrans" cxnId="{566CDB19-3F33-4680-8732-C2AA7019D773}">
      <dgm:prSet/>
      <dgm:spPr/>
      <dgm:t>
        <a:bodyPr/>
        <a:lstStyle/>
        <a:p>
          <a:endParaRPr lang="en-US"/>
        </a:p>
      </dgm:t>
    </dgm:pt>
    <dgm:pt modelId="{F447E091-32FE-4D9A-A871-0E448ECE941D}" type="sibTrans" cxnId="{566CDB19-3F33-4680-8732-C2AA7019D773}">
      <dgm:prSet/>
      <dgm:spPr/>
      <dgm:t>
        <a:bodyPr/>
        <a:lstStyle/>
        <a:p>
          <a:endParaRPr lang="en-US"/>
        </a:p>
      </dgm:t>
    </dgm:pt>
    <dgm:pt modelId="{ADCA3703-0CF7-4D8E-B73C-D5BFC7EDE61E}">
      <dgm:prSet/>
      <dgm:spPr/>
      <dgm:t>
        <a:bodyPr/>
        <a:lstStyle/>
        <a:p>
          <a:r>
            <a:rPr lang="en-US" dirty="0"/>
            <a:t>Can we unify testing tasks?</a:t>
          </a:r>
        </a:p>
      </dgm:t>
    </dgm:pt>
    <dgm:pt modelId="{3EF7BC2F-3A0F-4E28-B6BB-8C2CBA5A98E2}" type="parTrans" cxnId="{B0CB5E66-F4F9-479C-8F04-757653AE6894}">
      <dgm:prSet/>
      <dgm:spPr/>
      <dgm:t>
        <a:bodyPr/>
        <a:lstStyle/>
        <a:p>
          <a:endParaRPr lang="en-US"/>
        </a:p>
      </dgm:t>
    </dgm:pt>
    <dgm:pt modelId="{3382B03D-97A6-4AA7-8331-D47415DFCE8E}" type="sibTrans" cxnId="{B0CB5E66-F4F9-479C-8F04-757653AE6894}">
      <dgm:prSet/>
      <dgm:spPr/>
      <dgm:t>
        <a:bodyPr/>
        <a:lstStyle/>
        <a:p>
          <a:endParaRPr lang="en-US"/>
        </a:p>
      </dgm:t>
    </dgm:pt>
    <dgm:pt modelId="{9B65A791-A7D8-451D-92DC-19379405F1A4}">
      <dgm:prSet/>
      <dgm:spPr/>
      <dgm:t>
        <a:bodyPr/>
        <a:lstStyle/>
        <a:p>
          <a:r>
            <a:rPr lang="en-US" dirty="0"/>
            <a:t>Does it outperform baselines?</a:t>
          </a:r>
        </a:p>
      </dgm:t>
    </dgm:pt>
    <dgm:pt modelId="{8A140724-6304-41C1-B943-9BF931C627D4}" type="parTrans" cxnId="{F01BFC49-4ECE-4EA3-B245-A54E1529125A}">
      <dgm:prSet/>
      <dgm:spPr/>
      <dgm:t>
        <a:bodyPr/>
        <a:lstStyle/>
        <a:p>
          <a:endParaRPr lang="en-US"/>
        </a:p>
      </dgm:t>
    </dgm:pt>
    <dgm:pt modelId="{88E824DE-2061-42C0-A8BA-59830A42DB49}" type="sibTrans" cxnId="{F01BFC49-4ECE-4EA3-B245-A54E1529125A}">
      <dgm:prSet/>
      <dgm:spPr/>
      <dgm:t>
        <a:bodyPr/>
        <a:lstStyle/>
        <a:p>
          <a:endParaRPr lang="en-US"/>
        </a:p>
      </dgm:t>
    </dgm:pt>
    <dgm:pt modelId="{2450C3EF-5E7C-47C0-A4C2-1EC5ADACBDF8}">
      <dgm:prSet/>
      <dgm:spPr/>
      <dgm:t>
        <a:bodyPr/>
        <a:lstStyle/>
        <a:p>
          <a:r>
            <a:rPr lang="en-US" dirty="0"/>
            <a:t>How to integrate CI/CD?</a:t>
          </a:r>
        </a:p>
      </dgm:t>
    </dgm:pt>
    <dgm:pt modelId="{48AB5AB0-F39D-4283-B71A-0D8E90940AFB}" type="parTrans" cxnId="{95B5F3F7-05A9-4CEA-AA6F-C1F5B915609C}">
      <dgm:prSet/>
      <dgm:spPr/>
      <dgm:t>
        <a:bodyPr/>
        <a:lstStyle/>
        <a:p>
          <a:endParaRPr lang="en-US"/>
        </a:p>
      </dgm:t>
    </dgm:pt>
    <dgm:pt modelId="{B2853077-2359-46DE-B6E2-76EF0F0E0FDB}" type="sibTrans" cxnId="{95B5F3F7-05A9-4CEA-AA6F-C1F5B915609C}">
      <dgm:prSet/>
      <dgm:spPr/>
      <dgm:t>
        <a:bodyPr/>
        <a:lstStyle/>
        <a:p>
          <a:endParaRPr lang="en-US"/>
        </a:p>
      </dgm:t>
    </dgm:pt>
    <dgm:pt modelId="{7F17D4CC-7AD9-8A4A-8FD7-AB1D683E88D0}" type="pres">
      <dgm:prSet presAssocID="{37916D24-4C4E-40F4-BD3F-86B509CE2864}" presName="vert0" presStyleCnt="0">
        <dgm:presLayoutVars>
          <dgm:dir/>
          <dgm:animOne val="branch"/>
          <dgm:animLvl val="lvl"/>
        </dgm:presLayoutVars>
      </dgm:prSet>
      <dgm:spPr/>
    </dgm:pt>
    <dgm:pt modelId="{7D4DB349-906C-6742-B4EE-72F8D83D4B51}" type="pres">
      <dgm:prSet presAssocID="{9D9675DD-22BD-4F6C-9BEB-38F2D71A6CAB}" presName="thickLine" presStyleLbl="alignNode1" presStyleIdx="0" presStyleCnt="6"/>
      <dgm:spPr/>
    </dgm:pt>
    <dgm:pt modelId="{CEE05B77-93FF-AC45-94E1-84A12D5871CE}" type="pres">
      <dgm:prSet presAssocID="{9D9675DD-22BD-4F6C-9BEB-38F2D71A6CAB}" presName="horz1" presStyleCnt="0"/>
      <dgm:spPr/>
    </dgm:pt>
    <dgm:pt modelId="{9AF19B9C-EDAE-AA4C-818B-1AE83A7584F9}" type="pres">
      <dgm:prSet presAssocID="{9D9675DD-22BD-4F6C-9BEB-38F2D71A6CAB}" presName="tx1" presStyleLbl="revTx" presStyleIdx="0" presStyleCnt="6"/>
      <dgm:spPr/>
    </dgm:pt>
    <dgm:pt modelId="{5EFA98E5-4876-F840-BE5E-D47B8B73B36D}" type="pres">
      <dgm:prSet presAssocID="{9D9675DD-22BD-4F6C-9BEB-38F2D71A6CAB}" presName="vert1" presStyleCnt="0"/>
      <dgm:spPr/>
    </dgm:pt>
    <dgm:pt modelId="{CB0174B1-0CE1-B141-8F29-B318461B2F07}" type="pres">
      <dgm:prSet presAssocID="{210C8EF6-7EC1-4802-9189-B21049E37B0E}" presName="thickLine" presStyleLbl="alignNode1" presStyleIdx="1" presStyleCnt="6"/>
      <dgm:spPr/>
    </dgm:pt>
    <dgm:pt modelId="{D97ABC97-5E03-D144-ADE4-9685A8E49DD4}" type="pres">
      <dgm:prSet presAssocID="{210C8EF6-7EC1-4802-9189-B21049E37B0E}" presName="horz1" presStyleCnt="0"/>
      <dgm:spPr/>
    </dgm:pt>
    <dgm:pt modelId="{1A082F4C-923A-1D4D-98C1-9C56841A168C}" type="pres">
      <dgm:prSet presAssocID="{210C8EF6-7EC1-4802-9189-B21049E37B0E}" presName="tx1" presStyleLbl="revTx" presStyleIdx="1" presStyleCnt="6"/>
      <dgm:spPr/>
    </dgm:pt>
    <dgm:pt modelId="{69F18BE4-5A98-DF4A-AEAE-1DBC80BE4033}" type="pres">
      <dgm:prSet presAssocID="{210C8EF6-7EC1-4802-9189-B21049E37B0E}" presName="vert1" presStyleCnt="0"/>
      <dgm:spPr/>
    </dgm:pt>
    <dgm:pt modelId="{C93983BA-612F-E14B-8E58-F5540CD4EF6D}" type="pres">
      <dgm:prSet presAssocID="{F3D306B8-10B5-41E9-B6DB-9ABA040D098E}" presName="thickLine" presStyleLbl="alignNode1" presStyleIdx="2" presStyleCnt="6"/>
      <dgm:spPr/>
    </dgm:pt>
    <dgm:pt modelId="{52D611C8-F145-624D-B486-72FBC08B5A2D}" type="pres">
      <dgm:prSet presAssocID="{F3D306B8-10B5-41E9-B6DB-9ABA040D098E}" presName="horz1" presStyleCnt="0"/>
      <dgm:spPr/>
    </dgm:pt>
    <dgm:pt modelId="{F4EAD6FF-ABF9-4441-9070-20E923779910}" type="pres">
      <dgm:prSet presAssocID="{F3D306B8-10B5-41E9-B6DB-9ABA040D098E}" presName="tx1" presStyleLbl="revTx" presStyleIdx="2" presStyleCnt="6"/>
      <dgm:spPr/>
    </dgm:pt>
    <dgm:pt modelId="{3656DF07-4A88-024D-875A-629D4E95874C}" type="pres">
      <dgm:prSet presAssocID="{F3D306B8-10B5-41E9-B6DB-9ABA040D098E}" presName="vert1" presStyleCnt="0"/>
      <dgm:spPr/>
    </dgm:pt>
    <dgm:pt modelId="{989E726A-E34F-CA4E-996C-D931DFE6DF50}" type="pres">
      <dgm:prSet presAssocID="{ADCA3703-0CF7-4D8E-B73C-D5BFC7EDE61E}" presName="thickLine" presStyleLbl="alignNode1" presStyleIdx="3" presStyleCnt="6"/>
      <dgm:spPr/>
    </dgm:pt>
    <dgm:pt modelId="{BD15BAED-F1CC-144D-97F4-9D420AA25AA0}" type="pres">
      <dgm:prSet presAssocID="{ADCA3703-0CF7-4D8E-B73C-D5BFC7EDE61E}" presName="horz1" presStyleCnt="0"/>
      <dgm:spPr/>
    </dgm:pt>
    <dgm:pt modelId="{27872456-DC32-CE49-A9A6-6AA08F62FADF}" type="pres">
      <dgm:prSet presAssocID="{ADCA3703-0CF7-4D8E-B73C-D5BFC7EDE61E}" presName="tx1" presStyleLbl="revTx" presStyleIdx="3" presStyleCnt="6"/>
      <dgm:spPr/>
    </dgm:pt>
    <dgm:pt modelId="{A10B095A-5D32-FD40-B822-06BED555AB15}" type="pres">
      <dgm:prSet presAssocID="{ADCA3703-0CF7-4D8E-B73C-D5BFC7EDE61E}" presName="vert1" presStyleCnt="0"/>
      <dgm:spPr/>
    </dgm:pt>
    <dgm:pt modelId="{63A934A7-53A9-1641-B086-3BBF4D0E88D9}" type="pres">
      <dgm:prSet presAssocID="{9B65A791-A7D8-451D-92DC-19379405F1A4}" presName="thickLine" presStyleLbl="alignNode1" presStyleIdx="4" presStyleCnt="6"/>
      <dgm:spPr/>
    </dgm:pt>
    <dgm:pt modelId="{FA5A6DDA-4A03-F846-8F59-30F38E4C6F28}" type="pres">
      <dgm:prSet presAssocID="{9B65A791-A7D8-451D-92DC-19379405F1A4}" presName="horz1" presStyleCnt="0"/>
      <dgm:spPr/>
    </dgm:pt>
    <dgm:pt modelId="{D9358977-4170-4E41-947B-2BB596C538B3}" type="pres">
      <dgm:prSet presAssocID="{9B65A791-A7D8-451D-92DC-19379405F1A4}" presName="tx1" presStyleLbl="revTx" presStyleIdx="4" presStyleCnt="6"/>
      <dgm:spPr/>
    </dgm:pt>
    <dgm:pt modelId="{ED945EB0-13A1-6341-AE65-A79F608FECBB}" type="pres">
      <dgm:prSet presAssocID="{9B65A791-A7D8-451D-92DC-19379405F1A4}" presName="vert1" presStyleCnt="0"/>
      <dgm:spPr/>
    </dgm:pt>
    <dgm:pt modelId="{0E4EFA27-5400-CB41-8E86-F63F71AE4E06}" type="pres">
      <dgm:prSet presAssocID="{2450C3EF-5E7C-47C0-A4C2-1EC5ADACBDF8}" presName="thickLine" presStyleLbl="alignNode1" presStyleIdx="5" presStyleCnt="6"/>
      <dgm:spPr/>
    </dgm:pt>
    <dgm:pt modelId="{D432EAEB-0186-3A41-ADA7-223DB67A5E23}" type="pres">
      <dgm:prSet presAssocID="{2450C3EF-5E7C-47C0-A4C2-1EC5ADACBDF8}" presName="horz1" presStyleCnt="0"/>
      <dgm:spPr/>
    </dgm:pt>
    <dgm:pt modelId="{ABC6133C-111A-C545-ACF6-2ADB8AE2C7E1}" type="pres">
      <dgm:prSet presAssocID="{2450C3EF-5E7C-47C0-A4C2-1EC5ADACBDF8}" presName="tx1" presStyleLbl="revTx" presStyleIdx="5" presStyleCnt="6"/>
      <dgm:spPr/>
    </dgm:pt>
    <dgm:pt modelId="{D68C48F8-7549-8845-AC81-460664EED088}" type="pres">
      <dgm:prSet presAssocID="{2450C3EF-5E7C-47C0-A4C2-1EC5ADACBDF8}" presName="vert1" presStyleCnt="0"/>
      <dgm:spPr/>
    </dgm:pt>
  </dgm:ptLst>
  <dgm:cxnLst>
    <dgm:cxn modelId="{4913C204-7730-4C42-8387-DF7C36A61974}" type="presOf" srcId="{9B65A791-A7D8-451D-92DC-19379405F1A4}" destId="{D9358977-4170-4E41-947B-2BB596C538B3}" srcOrd="0" destOrd="0" presId="urn:microsoft.com/office/officeart/2008/layout/LinedList"/>
    <dgm:cxn modelId="{566CDB19-3F33-4680-8732-C2AA7019D773}" srcId="{37916D24-4C4E-40F4-BD3F-86B509CE2864}" destId="{F3D306B8-10B5-41E9-B6DB-9ABA040D098E}" srcOrd="2" destOrd="0" parTransId="{2623B0A9-29E9-432D-A710-B4728CE798F3}" sibTransId="{F447E091-32FE-4D9A-A871-0E448ECE941D}"/>
    <dgm:cxn modelId="{D60E9132-3A73-814A-89DB-7F445AE3B019}" type="presOf" srcId="{F3D306B8-10B5-41E9-B6DB-9ABA040D098E}" destId="{F4EAD6FF-ABF9-4441-9070-20E923779910}" srcOrd="0" destOrd="0" presId="urn:microsoft.com/office/officeart/2008/layout/LinedList"/>
    <dgm:cxn modelId="{3E091633-2CD8-42B2-9B84-C8FE123C8E8C}" srcId="{37916D24-4C4E-40F4-BD3F-86B509CE2864}" destId="{9D9675DD-22BD-4F6C-9BEB-38F2D71A6CAB}" srcOrd="0" destOrd="0" parTransId="{08CCB406-3237-4057-9D35-990C5BFE68FE}" sibTransId="{E520EB23-C08D-43C3-85E6-FAF611E3E49C}"/>
    <dgm:cxn modelId="{F01BFC49-4ECE-4EA3-B245-A54E1529125A}" srcId="{37916D24-4C4E-40F4-BD3F-86B509CE2864}" destId="{9B65A791-A7D8-451D-92DC-19379405F1A4}" srcOrd="4" destOrd="0" parTransId="{8A140724-6304-41C1-B943-9BF931C627D4}" sibTransId="{88E824DE-2061-42C0-A8BA-59830A42DB49}"/>
    <dgm:cxn modelId="{8983304A-919B-5140-A1A6-88E6657F04CA}" type="presOf" srcId="{2450C3EF-5E7C-47C0-A4C2-1EC5ADACBDF8}" destId="{ABC6133C-111A-C545-ACF6-2ADB8AE2C7E1}" srcOrd="0" destOrd="0" presId="urn:microsoft.com/office/officeart/2008/layout/LinedList"/>
    <dgm:cxn modelId="{B0CB5E66-F4F9-479C-8F04-757653AE6894}" srcId="{37916D24-4C4E-40F4-BD3F-86B509CE2864}" destId="{ADCA3703-0CF7-4D8E-B73C-D5BFC7EDE61E}" srcOrd="3" destOrd="0" parTransId="{3EF7BC2F-3A0F-4E28-B6BB-8C2CBA5A98E2}" sibTransId="{3382B03D-97A6-4AA7-8331-D47415DFCE8E}"/>
    <dgm:cxn modelId="{B6D32B74-3431-8943-94FD-F70C9917C260}" type="presOf" srcId="{9D9675DD-22BD-4F6C-9BEB-38F2D71A6CAB}" destId="{9AF19B9C-EDAE-AA4C-818B-1AE83A7584F9}" srcOrd="0" destOrd="0" presId="urn:microsoft.com/office/officeart/2008/layout/LinedList"/>
    <dgm:cxn modelId="{D58AB4B0-C694-AE4F-B7F2-B7E46DE76EB5}" type="presOf" srcId="{ADCA3703-0CF7-4D8E-B73C-D5BFC7EDE61E}" destId="{27872456-DC32-CE49-A9A6-6AA08F62FADF}" srcOrd="0" destOrd="0" presId="urn:microsoft.com/office/officeart/2008/layout/LinedList"/>
    <dgm:cxn modelId="{CCBC2CD1-88D3-864E-BC06-ED9742896C5F}" type="presOf" srcId="{37916D24-4C4E-40F4-BD3F-86B509CE2864}" destId="{7F17D4CC-7AD9-8A4A-8FD7-AB1D683E88D0}" srcOrd="0" destOrd="0" presId="urn:microsoft.com/office/officeart/2008/layout/LinedList"/>
    <dgm:cxn modelId="{0AE2F9D9-E926-3045-B691-194202213F7A}" type="presOf" srcId="{210C8EF6-7EC1-4802-9189-B21049E37B0E}" destId="{1A082F4C-923A-1D4D-98C1-9C56841A168C}" srcOrd="0" destOrd="0" presId="urn:microsoft.com/office/officeart/2008/layout/LinedList"/>
    <dgm:cxn modelId="{6AA096E4-1895-4466-909E-A481A4184148}" srcId="{37916D24-4C4E-40F4-BD3F-86B509CE2864}" destId="{210C8EF6-7EC1-4802-9189-B21049E37B0E}" srcOrd="1" destOrd="0" parTransId="{5607C967-EBCA-43EE-8FB2-DAF2ED3244A4}" sibTransId="{E4957550-2DD0-41A5-AC7A-853B46B9810B}"/>
    <dgm:cxn modelId="{95B5F3F7-05A9-4CEA-AA6F-C1F5B915609C}" srcId="{37916D24-4C4E-40F4-BD3F-86B509CE2864}" destId="{2450C3EF-5E7C-47C0-A4C2-1EC5ADACBDF8}" srcOrd="5" destOrd="0" parTransId="{48AB5AB0-F39D-4283-B71A-0D8E90940AFB}" sibTransId="{B2853077-2359-46DE-B6E2-76EF0F0E0FDB}"/>
    <dgm:cxn modelId="{FF5C1480-1BE5-4549-8A89-09A4D286DD66}" type="presParOf" srcId="{7F17D4CC-7AD9-8A4A-8FD7-AB1D683E88D0}" destId="{7D4DB349-906C-6742-B4EE-72F8D83D4B51}" srcOrd="0" destOrd="0" presId="urn:microsoft.com/office/officeart/2008/layout/LinedList"/>
    <dgm:cxn modelId="{98F2026F-3B37-F042-9F42-D810C4F33B0E}" type="presParOf" srcId="{7F17D4CC-7AD9-8A4A-8FD7-AB1D683E88D0}" destId="{CEE05B77-93FF-AC45-94E1-84A12D5871CE}" srcOrd="1" destOrd="0" presId="urn:microsoft.com/office/officeart/2008/layout/LinedList"/>
    <dgm:cxn modelId="{7F7E3A5D-3944-AF41-BAF8-0B1B6EBD28AF}" type="presParOf" srcId="{CEE05B77-93FF-AC45-94E1-84A12D5871CE}" destId="{9AF19B9C-EDAE-AA4C-818B-1AE83A7584F9}" srcOrd="0" destOrd="0" presId="urn:microsoft.com/office/officeart/2008/layout/LinedList"/>
    <dgm:cxn modelId="{98CDECD4-5FBC-054C-B5FA-8921575C1312}" type="presParOf" srcId="{CEE05B77-93FF-AC45-94E1-84A12D5871CE}" destId="{5EFA98E5-4876-F840-BE5E-D47B8B73B36D}" srcOrd="1" destOrd="0" presId="urn:microsoft.com/office/officeart/2008/layout/LinedList"/>
    <dgm:cxn modelId="{D19A09B4-ABFF-5942-A1FD-1A329A546B8C}" type="presParOf" srcId="{7F17D4CC-7AD9-8A4A-8FD7-AB1D683E88D0}" destId="{CB0174B1-0CE1-B141-8F29-B318461B2F07}" srcOrd="2" destOrd="0" presId="urn:microsoft.com/office/officeart/2008/layout/LinedList"/>
    <dgm:cxn modelId="{2D184766-445A-1342-94B7-DA4E0694FEAE}" type="presParOf" srcId="{7F17D4CC-7AD9-8A4A-8FD7-AB1D683E88D0}" destId="{D97ABC97-5E03-D144-ADE4-9685A8E49DD4}" srcOrd="3" destOrd="0" presId="urn:microsoft.com/office/officeart/2008/layout/LinedList"/>
    <dgm:cxn modelId="{ACCDE378-1346-6A44-AB3A-1780696DE15F}" type="presParOf" srcId="{D97ABC97-5E03-D144-ADE4-9685A8E49DD4}" destId="{1A082F4C-923A-1D4D-98C1-9C56841A168C}" srcOrd="0" destOrd="0" presId="urn:microsoft.com/office/officeart/2008/layout/LinedList"/>
    <dgm:cxn modelId="{4C540500-5C56-4D43-A6CB-15C39BA7A3BD}" type="presParOf" srcId="{D97ABC97-5E03-D144-ADE4-9685A8E49DD4}" destId="{69F18BE4-5A98-DF4A-AEAE-1DBC80BE4033}" srcOrd="1" destOrd="0" presId="urn:microsoft.com/office/officeart/2008/layout/LinedList"/>
    <dgm:cxn modelId="{7AAAA10B-3B16-6946-84F1-8B0984752706}" type="presParOf" srcId="{7F17D4CC-7AD9-8A4A-8FD7-AB1D683E88D0}" destId="{C93983BA-612F-E14B-8E58-F5540CD4EF6D}" srcOrd="4" destOrd="0" presId="urn:microsoft.com/office/officeart/2008/layout/LinedList"/>
    <dgm:cxn modelId="{AC404C2A-098C-F14C-8E85-4C6CABAD4B88}" type="presParOf" srcId="{7F17D4CC-7AD9-8A4A-8FD7-AB1D683E88D0}" destId="{52D611C8-F145-624D-B486-72FBC08B5A2D}" srcOrd="5" destOrd="0" presId="urn:microsoft.com/office/officeart/2008/layout/LinedList"/>
    <dgm:cxn modelId="{36EFAAC1-2405-BD4C-8EC1-C8945FC01E41}" type="presParOf" srcId="{52D611C8-F145-624D-B486-72FBC08B5A2D}" destId="{F4EAD6FF-ABF9-4441-9070-20E923779910}" srcOrd="0" destOrd="0" presId="urn:microsoft.com/office/officeart/2008/layout/LinedList"/>
    <dgm:cxn modelId="{F0563ECC-644A-F048-8786-B5B96F0A385B}" type="presParOf" srcId="{52D611C8-F145-624D-B486-72FBC08B5A2D}" destId="{3656DF07-4A88-024D-875A-629D4E95874C}" srcOrd="1" destOrd="0" presId="urn:microsoft.com/office/officeart/2008/layout/LinedList"/>
    <dgm:cxn modelId="{AF48BD63-B51F-BC43-A1A1-E1371D7C1B0B}" type="presParOf" srcId="{7F17D4CC-7AD9-8A4A-8FD7-AB1D683E88D0}" destId="{989E726A-E34F-CA4E-996C-D931DFE6DF50}" srcOrd="6" destOrd="0" presId="urn:microsoft.com/office/officeart/2008/layout/LinedList"/>
    <dgm:cxn modelId="{4644692F-ECFF-3948-A2C3-52EFFB894EE7}" type="presParOf" srcId="{7F17D4CC-7AD9-8A4A-8FD7-AB1D683E88D0}" destId="{BD15BAED-F1CC-144D-97F4-9D420AA25AA0}" srcOrd="7" destOrd="0" presId="urn:microsoft.com/office/officeart/2008/layout/LinedList"/>
    <dgm:cxn modelId="{E03A670D-EA31-6B47-BCB7-58B0CC4F9324}" type="presParOf" srcId="{BD15BAED-F1CC-144D-97F4-9D420AA25AA0}" destId="{27872456-DC32-CE49-A9A6-6AA08F62FADF}" srcOrd="0" destOrd="0" presId="urn:microsoft.com/office/officeart/2008/layout/LinedList"/>
    <dgm:cxn modelId="{6412C905-D330-7845-9338-EBAD371BD318}" type="presParOf" srcId="{BD15BAED-F1CC-144D-97F4-9D420AA25AA0}" destId="{A10B095A-5D32-FD40-B822-06BED555AB15}" srcOrd="1" destOrd="0" presId="urn:microsoft.com/office/officeart/2008/layout/LinedList"/>
    <dgm:cxn modelId="{EEB2E5C4-5703-034F-AEE9-7E2A66B75CAA}" type="presParOf" srcId="{7F17D4CC-7AD9-8A4A-8FD7-AB1D683E88D0}" destId="{63A934A7-53A9-1641-B086-3BBF4D0E88D9}" srcOrd="8" destOrd="0" presId="urn:microsoft.com/office/officeart/2008/layout/LinedList"/>
    <dgm:cxn modelId="{A21B11C8-FAA7-F241-B8CB-872A947F4095}" type="presParOf" srcId="{7F17D4CC-7AD9-8A4A-8FD7-AB1D683E88D0}" destId="{FA5A6DDA-4A03-F846-8F59-30F38E4C6F28}" srcOrd="9" destOrd="0" presId="urn:microsoft.com/office/officeart/2008/layout/LinedList"/>
    <dgm:cxn modelId="{32A70C0C-6DF0-F34F-96D6-692072875F76}" type="presParOf" srcId="{FA5A6DDA-4A03-F846-8F59-30F38E4C6F28}" destId="{D9358977-4170-4E41-947B-2BB596C538B3}" srcOrd="0" destOrd="0" presId="urn:microsoft.com/office/officeart/2008/layout/LinedList"/>
    <dgm:cxn modelId="{952E4B40-392B-D04E-8300-BF91BCA134C4}" type="presParOf" srcId="{FA5A6DDA-4A03-F846-8F59-30F38E4C6F28}" destId="{ED945EB0-13A1-6341-AE65-A79F608FECBB}" srcOrd="1" destOrd="0" presId="urn:microsoft.com/office/officeart/2008/layout/LinedList"/>
    <dgm:cxn modelId="{F50414E9-6AD1-4C4D-8869-41280F1B5592}" type="presParOf" srcId="{7F17D4CC-7AD9-8A4A-8FD7-AB1D683E88D0}" destId="{0E4EFA27-5400-CB41-8E86-F63F71AE4E06}" srcOrd="10" destOrd="0" presId="urn:microsoft.com/office/officeart/2008/layout/LinedList"/>
    <dgm:cxn modelId="{9F60924D-224A-1C4A-A78C-6299309C7370}" type="presParOf" srcId="{7F17D4CC-7AD9-8A4A-8FD7-AB1D683E88D0}" destId="{D432EAEB-0186-3A41-ADA7-223DB67A5E23}" srcOrd="11" destOrd="0" presId="urn:microsoft.com/office/officeart/2008/layout/LinedList"/>
    <dgm:cxn modelId="{7E283FE0-BD44-584A-8A49-575D93244679}" type="presParOf" srcId="{D432EAEB-0186-3A41-ADA7-223DB67A5E23}" destId="{ABC6133C-111A-C545-ACF6-2ADB8AE2C7E1}" srcOrd="0" destOrd="0" presId="urn:microsoft.com/office/officeart/2008/layout/LinedList"/>
    <dgm:cxn modelId="{F9C52E73-62A6-034B-A3D1-EE784E475C92}" type="presParOf" srcId="{D432EAEB-0186-3A41-ADA7-223DB67A5E23}" destId="{D68C48F8-7549-8845-AC81-460664EED08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D1E2A66-96C0-42FA-8EB1-474D7D78C13C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3EBE4EEB-191D-4DCF-B686-8D9B00583A5D}">
      <dgm:prSet/>
      <dgm:spPr/>
      <dgm:t>
        <a:bodyPr/>
        <a:lstStyle/>
        <a:p>
          <a:r>
            <a:rPr lang="en-US"/>
            <a:t>Defect Prediction</a:t>
          </a:r>
        </a:p>
      </dgm:t>
    </dgm:pt>
    <dgm:pt modelId="{1038E09A-70A5-4CE3-9E70-AC1B12F6E87E}" type="parTrans" cxnId="{0C9917A2-64C1-491F-BF89-2676C75A53F3}">
      <dgm:prSet/>
      <dgm:spPr/>
      <dgm:t>
        <a:bodyPr/>
        <a:lstStyle/>
        <a:p>
          <a:endParaRPr lang="en-US"/>
        </a:p>
      </dgm:t>
    </dgm:pt>
    <dgm:pt modelId="{05A3C29F-7089-4568-9C83-CFF2AC55482D}" type="sibTrans" cxnId="{0C9917A2-64C1-491F-BF89-2676C75A53F3}">
      <dgm:prSet/>
      <dgm:spPr/>
      <dgm:t>
        <a:bodyPr/>
        <a:lstStyle/>
        <a:p>
          <a:endParaRPr lang="en-US"/>
        </a:p>
      </dgm:t>
    </dgm:pt>
    <dgm:pt modelId="{57911C0D-0279-42B7-99A6-60F3F5E172A5}">
      <dgm:prSet/>
      <dgm:spPr/>
      <dgm:t>
        <a:bodyPr/>
        <a:lstStyle/>
        <a:p>
          <a:r>
            <a:rPr lang="en-US"/>
            <a:t>Test Prioritization</a:t>
          </a:r>
        </a:p>
      </dgm:t>
    </dgm:pt>
    <dgm:pt modelId="{702714D0-F1F0-4018-B96B-753CE4D77ADB}" type="parTrans" cxnId="{03CC5848-8F7F-4494-9531-36540004ED19}">
      <dgm:prSet/>
      <dgm:spPr/>
      <dgm:t>
        <a:bodyPr/>
        <a:lstStyle/>
        <a:p>
          <a:endParaRPr lang="en-US"/>
        </a:p>
      </dgm:t>
    </dgm:pt>
    <dgm:pt modelId="{BA627B3A-3E83-42EF-B5CF-21874DF32427}" type="sibTrans" cxnId="{03CC5848-8F7F-4494-9531-36540004ED19}">
      <dgm:prSet/>
      <dgm:spPr/>
      <dgm:t>
        <a:bodyPr/>
        <a:lstStyle/>
        <a:p>
          <a:endParaRPr lang="en-US"/>
        </a:p>
      </dgm:t>
    </dgm:pt>
    <dgm:pt modelId="{9A697629-A10F-4B5A-A790-1A94FE8FC1E5}">
      <dgm:prSet/>
      <dgm:spPr/>
      <dgm:t>
        <a:bodyPr/>
        <a:lstStyle/>
        <a:p>
          <a:r>
            <a:rPr lang="en-US"/>
            <a:t>Self-Healing</a:t>
          </a:r>
        </a:p>
      </dgm:t>
    </dgm:pt>
    <dgm:pt modelId="{D6B0B03D-E2F8-4037-90B1-418DE84C8CB5}" type="parTrans" cxnId="{9518CA6E-A7D2-4081-82D9-E746509F025D}">
      <dgm:prSet/>
      <dgm:spPr/>
      <dgm:t>
        <a:bodyPr/>
        <a:lstStyle/>
        <a:p>
          <a:endParaRPr lang="en-US"/>
        </a:p>
      </dgm:t>
    </dgm:pt>
    <dgm:pt modelId="{C4FB7D7E-B7EF-4112-B07F-3E21752648EA}" type="sibTrans" cxnId="{9518CA6E-A7D2-4081-82D9-E746509F025D}">
      <dgm:prSet/>
      <dgm:spPr/>
      <dgm:t>
        <a:bodyPr/>
        <a:lstStyle/>
        <a:p>
          <a:endParaRPr lang="en-US"/>
        </a:p>
      </dgm:t>
    </dgm:pt>
    <dgm:pt modelId="{86D3ABA5-E63A-41DD-AB60-8825D9582605}">
      <dgm:prSet/>
      <dgm:spPr/>
      <dgm:t>
        <a:bodyPr/>
        <a:lstStyle/>
        <a:p>
          <a:r>
            <a:rPr lang="en-US"/>
            <a:t>Test Generation</a:t>
          </a:r>
        </a:p>
      </dgm:t>
    </dgm:pt>
    <dgm:pt modelId="{8099CB4B-23F3-4AF7-9647-32001E0FF891}" type="parTrans" cxnId="{90882860-ED9F-437E-9F4A-84819A0A13A5}">
      <dgm:prSet/>
      <dgm:spPr/>
      <dgm:t>
        <a:bodyPr/>
        <a:lstStyle/>
        <a:p>
          <a:endParaRPr lang="en-US"/>
        </a:p>
      </dgm:t>
    </dgm:pt>
    <dgm:pt modelId="{03C872C6-AAD0-435F-B9E0-9829DBBD44A5}" type="sibTrans" cxnId="{90882860-ED9F-437E-9F4A-84819A0A13A5}">
      <dgm:prSet/>
      <dgm:spPr/>
      <dgm:t>
        <a:bodyPr/>
        <a:lstStyle/>
        <a:p>
          <a:endParaRPr lang="en-US"/>
        </a:p>
      </dgm:t>
    </dgm:pt>
    <dgm:pt modelId="{03416969-94A9-46FD-907B-C3A84C824445}">
      <dgm:prSet/>
      <dgm:spPr/>
      <dgm:t>
        <a:bodyPr/>
        <a:lstStyle/>
        <a:p>
          <a:r>
            <a:rPr lang="en-US"/>
            <a:t>Explainability Layer</a:t>
          </a:r>
        </a:p>
      </dgm:t>
    </dgm:pt>
    <dgm:pt modelId="{5A61CEC4-A4E3-4CF8-A28D-F23732C46EC1}" type="parTrans" cxnId="{DB77833E-C961-4676-808F-704EC5CBAAF1}">
      <dgm:prSet/>
      <dgm:spPr/>
      <dgm:t>
        <a:bodyPr/>
        <a:lstStyle/>
        <a:p>
          <a:endParaRPr lang="en-US"/>
        </a:p>
      </dgm:t>
    </dgm:pt>
    <dgm:pt modelId="{8DE26322-7F0C-4CDC-B0E1-FBDF186C9A06}" type="sibTrans" cxnId="{DB77833E-C961-4676-808F-704EC5CBAAF1}">
      <dgm:prSet/>
      <dgm:spPr/>
      <dgm:t>
        <a:bodyPr/>
        <a:lstStyle/>
        <a:p>
          <a:endParaRPr lang="en-US"/>
        </a:p>
      </dgm:t>
    </dgm:pt>
    <dgm:pt modelId="{75AB4E3C-2F35-4CF4-A02B-F998B54CB9E3}">
      <dgm:prSet/>
      <dgm:spPr/>
      <dgm:t>
        <a:bodyPr/>
        <a:lstStyle/>
        <a:p>
          <a:r>
            <a:rPr lang="en-US"/>
            <a:t>CI/CD Integration</a:t>
          </a:r>
        </a:p>
      </dgm:t>
    </dgm:pt>
    <dgm:pt modelId="{4BACF35D-B4E7-451E-84FE-3229BAAAD8F4}" type="parTrans" cxnId="{759850CF-CB6B-4557-8008-13B9408F6A9D}">
      <dgm:prSet/>
      <dgm:spPr/>
      <dgm:t>
        <a:bodyPr/>
        <a:lstStyle/>
        <a:p>
          <a:endParaRPr lang="en-US"/>
        </a:p>
      </dgm:t>
    </dgm:pt>
    <dgm:pt modelId="{64210486-DC74-409B-95FA-026E53C66052}" type="sibTrans" cxnId="{759850CF-CB6B-4557-8008-13B9408F6A9D}">
      <dgm:prSet/>
      <dgm:spPr/>
      <dgm:t>
        <a:bodyPr/>
        <a:lstStyle/>
        <a:p>
          <a:endParaRPr lang="en-US"/>
        </a:p>
      </dgm:t>
    </dgm:pt>
    <dgm:pt modelId="{D35AE982-2F48-C74A-9FEA-32FFA0810C54}" type="pres">
      <dgm:prSet presAssocID="{ED1E2A66-96C0-42FA-8EB1-474D7D78C13C}" presName="Name0" presStyleCnt="0">
        <dgm:presLayoutVars>
          <dgm:dir/>
          <dgm:resizeHandles val="exact"/>
        </dgm:presLayoutVars>
      </dgm:prSet>
      <dgm:spPr/>
    </dgm:pt>
    <dgm:pt modelId="{A6098E6D-60DF-B34D-9BE6-16FC5DC59A88}" type="pres">
      <dgm:prSet presAssocID="{3EBE4EEB-191D-4DCF-B686-8D9B00583A5D}" presName="node" presStyleLbl="node1" presStyleIdx="0" presStyleCnt="6">
        <dgm:presLayoutVars>
          <dgm:bulletEnabled val="1"/>
        </dgm:presLayoutVars>
      </dgm:prSet>
      <dgm:spPr/>
    </dgm:pt>
    <dgm:pt modelId="{1512EDB9-1869-8E4F-A47E-63B5DC0E7678}" type="pres">
      <dgm:prSet presAssocID="{05A3C29F-7089-4568-9C83-CFF2AC55482D}" presName="sibTrans" presStyleLbl="sibTrans1D1" presStyleIdx="0" presStyleCnt="5"/>
      <dgm:spPr/>
    </dgm:pt>
    <dgm:pt modelId="{C9DFB943-3966-9C4D-B144-25AB302A22A9}" type="pres">
      <dgm:prSet presAssocID="{05A3C29F-7089-4568-9C83-CFF2AC55482D}" presName="connectorText" presStyleLbl="sibTrans1D1" presStyleIdx="0" presStyleCnt="5"/>
      <dgm:spPr/>
    </dgm:pt>
    <dgm:pt modelId="{88D3BDFD-49DC-474E-8807-B98827256CE2}" type="pres">
      <dgm:prSet presAssocID="{57911C0D-0279-42B7-99A6-60F3F5E172A5}" presName="node" presStyleLbl="node1" presStyleIdx="1" presStyleCnt="6">
        <dgm:presLayoutVars>
          <dgm:bulletEnabled val="1"/>
        </dgm:presLayoutVars>
      </dgm:prSet>
      <dgm:spPr/>
    </dgm:pt>
    <dgm:pt modelId="{4412DA83-4CF5-6940-9F03-31E8ED2742E0}" type="pres">
      <dgm:prSet presAssocID="{BA627B3A-3E83-42EF-B5CF-21874DF32427}" presName="sibTrans" presStyleLbl="sibTrans1D1" presStyleIdx="1" presStyleCnt="5"/>
      <dgm:spPr/>
    </dgm:pt>
    <dgm:pt modelId="{5AB48FFE-0E43-B647-A2A9-D432D8F8E9F3}" type="pres">
      <dgm:prSet presAssocID="{BA627B3A-3E83-42EF-B5CF-21874DF32427}" presName="connectorText" presStyleLbl="sibTrans1D1" presStyleIdx="1" presStyleCnt="5"/>
      <dgm:spPr/>
    </dgm:pt>
    <dgm:pt modelId="{BB460D08-116F-5348-B184-DCDEDE7C2BAA}" type="pres">
      <dgm:prSet presAssocID="{9A697629-A10F-4B5A-A790-1A94FE8FC1E5}" presName="node" presStyleLbl="node1" presStyleIdx="2" presStyleCnt="6">
        <dgm:presLayoutVars>
          <dgm:bulletEnabled val="1"/>
        </dgm:presLayoutVars>
      </dgm:prSet>
      <dgm:spPr/>
    </dgm:pt>
    <dgm:pt modelId="{59D1765A-79E9-174B-91B6-50121BDD640A}" type="pres">
      <dgm:prSet presAssocID="{C4FB7D7E-B7EF-4112-B07F-3E21752648EA}" presName="sibTrans" presStyleLbl="sibTrans1D1" presStyleIdx="2" presStyleCnt="5"/>
      <dgm:spPr/>
    </dgm:pt>
    <dgm:pt modelId="{40A1EAA1-2F81-C841-A2E5-5A479F37E956}" type="pres">
      <dgm:prSet presAssocID="{C4FB7D7E-B7EF-4112-B07F-3E21752648EA}" presName="connectorText" presStyleLbl="sibTrans1D1" presStyleIdx="2" presStyleCnt="5"/>
      <dgm:spPr/>
    </dgm:pt>
    <dgm:pt modelId="{62E60182-B20B-954E-8661-FB10D485BFF5}" type="pres">
      <dgm:prSet presAssocID="{86D3ABA5-E63A-41DD-AB60-8825D9582605}" presName="node" presStyleLbl="node1" presStyleIdx="3" presStyleCnt="6">
        <dgm:presLayoutVars>
          <dgm:bulletEnabled val="1"/>
        </dgm:presLayoutVars>
      </dgm:prSet>
      <dgm:spPr/>
    </dgm:pt>
    <dgm:pt modelId="{88B15A66-297A-4D49-8AC4-4E448D4CFBD5}" type="pres">
      <dgm:prSet presAssocID="{03C872C6-AAD0-435F-B9E0-9829DBBD44A5}" presName="sibTrans" presStyleLbl="sibTrans1D1" presStyleIdx="3" presStyleCnt="5"/>
      <dgm:spPr/>
    </dgm:pt>
    <dgm:pt modelId="{F46A8A1A-9AF5-A04D-8444-95810087913F}" type="pres">
      <dgm:prSet presAssocID="{03C872C6-AAD0-435F-B9E0-9829DBBD44A5}" presName="connectorText" presStyleLbl="sibTrans1D1" presStyleIdx="3" presStyleCnt="5"/>
      <dgm:spPr/>
    </dgm:pt>
    <dgm:pt modelId="{392BF5FA-2FDC-5A44-8272-392C748A059B}" type="pres">
      <dgm:prSet presAssocID="{03416969-94A9-46FD-907B-C3A84C824445}" presName="node" presStyleLbl="node1" presStyleIdx="4" presStyleCnt="6">
        <dgm:presLayoutVars>
          <dgm:bulletEnabled val="1"/>
        </dgm:presLayoutVars>
      </dgm:prSet>
      <dgm:spPr/>
    </dgm:pt>
    <dgm:pt modelId="{B4B512DB-93E1-2D4E-8A30-13D9AAA476A2}" type="pres">
      <dgm:prSet presAssocID="{8DE26322-7F0C-4CDC-B0E1-FBDF186C9A06}" presName="sibTrans" presStyleLbl="sibTrans1D1" presStyleIdx="4" presStyleCnt="5"/>
      <dgm:spPr/>
    </dgm:pt>
    <dgm:pt modelId="{9F87F09E-9D70-1344-AF33-3C17A3EADCCC}" type="pres">
      <dgm:prSet presAssocID="{8DE26322-7F0C-4CDC-B0E1-FBDF186C9A06}" presName="connectorText" presStyleLbl="sibTrans1D1" presStyleIdx="4" presStyleCnt="5"/>
      <dgm:spPr/>
    </dgm:pt>
    <dgm:pt modelId="{5289F5CD-2952-8A4F-9E03-6A49ECBF80E8}" type="pres">
      <dgm:prSet presAssocID="{75AB4E3C-2F35-4CF4-A02B-F998B54CB9E3}" presName="node" presStyleLbl="node1" presStyleIdx="5" presStyleCnt="6">
        <dgm:presLayoutVars>
          <dgm:bulletEnabled val="1"/>
        </dgm:presLayoutVars>
      </dgm:prSet>
      <dgm:spPr/>
    </dgm:pt>
  </dgm:ptLst>
  <dgm:cxnLst>
    <dgm:cxn modelId="{6453F605-BA3C-A142-87FF-1B42E5A44DFC}" type="presOf" srcId="{75AB4E3C-2F35-4CF4-A02B-F998B54CB9E3}" destId="{5289F5CD-2952-8A4F-9E03-6A49ECBF80E8}" srcOrd="0" destOrd="0" presId="urn:microsoft.com/office/officeart/2016/7/layout/RepeatingBendingProcessNew"/>
    <dgm:cxn modelId="{A601CA24-5107-9442-A762-F3EAF38E44AF}" type="presOf" srcId="{BA627B3A-3E83-42EF-B5CF-21874DF32427}" destId="{5AB48FFE-0E43-B647-A2A9-D432D8F8E9F3}" srcOrd="1" destOrd="0" presId="urn:microsoft.com/office/officeart/2016/7/layout/RepeatingBendingProcessNew"/>
    <dgm:cxn modelId="{3097B429-FC71-D646-9CF9-8B5906D3C234}" type="presOf" srcId="{03C872C6-AAD0-435F-B9E0-9829DBBD44A5}" destId="{F46A8A1A-9AF5-A04D-8444-95810087913F}" srcOrd="1" destOrd="0" presId="urn:microsoft.com/office/officeart/2016/7/layout/RepeatingBendingProcessNew"/>
    <dgm:cxn modelId="{5A07E034-18C3-0D41-BB8F-3432B2C824FF}" type="presOf" srcId="{3EBE4EEB-191D-4DCF-B686-8D9B00583A5D}" destId="{A6098E6D-60DF-B34D-9BE6-16FC5DC59A88}" srcOrd="0" destOrd="0" presId="urn:microsoft.com/office/officeart/2016/7/layout/RepeatingBendingProcessNew"/>
    <dgm:cxn modelId="{9C69023D-05F3-D740-9E20-C87C2131317F}" type="presOf" srcId="{05A3C29F-7089-4568-9C83-CFF2AC55482D}" destId="{C9DFB943-3966-9C4D-B144-25AB302A22A9}" srcOrd="1" destOrd="0" presId="urn:microsoft.com/office/officeart/2016/7/layout/RepeatingBendingProcessNew"/>
    <dgm:cxn modelId="{DB77833E-C961-4676-808F-704EC5CBAAF1}" srcId="{ED1E2A66-96C0-42FA-8EB1-474D7D78C13C}" destId="{03416969-94A9-46FD-907B-C3A84C824445}" srcOrd="4" destOrd="0" parTransId="{5A61CEC4-A4E3-4CF8-A28D-F23732C46EC1}" sibTransId="{8DE26322-7F0C-4CDC-B0E1-FBDF186C9A06}"/>
    <dgm:cxn modelId="{03CC5848-8F7F-4494-9531-36540004ED19}" srcId="{ED1E2A66-96C0-42FA-8EB1-474D7D78C13C}" destId="{57911C0D-0279-42B7-99A6-60F3F5E172A5}" srcOrd="1" destOrd="0" parTransId="{702714D0-F1F0-4018-B96B-753CE4D77ADB}" sibTransId="{BA627B3A-3E83-42EF-B5CF-21874DF32427}"/>
    <dgm:cxn modelId="{F592A548-A599-1244-9C9A-C240E9962930}" type="presOf" srcId="{8DE26322-7F0C-4CDC-B0E1-FBDF186C9A06}" destId="{9F87F09E-9D70-1344-AF33-3C17A3EADCCC}" srcOrd="1" destOrd="0" presId="urn:microsoft.com/office/officeart/2016/7/layout/RepeatingBendingProcessNew"/>
    <dgm:cxn modelId="{7AC7BF4D-E0FD-2142-AE60-4539C47F2F02}" type="presOf" srcId="{57911C0D-0279-42B7-99A6-60F3F5E172A5}" destId="{88D3BDFD-49DC-474E-8807-B98827256CE2}" srcOrd="0" destOrd="0" presId="urn:microsoft.com/office/officeart/2016/7/layout/RepeatingBendingProcessNew"/>
    <dgm:cxn modelId="{43D39651-9275-CF45-B39A-CC8A503B2F01}" type="presOf" srcId="{03416969-94A9-46FD-907B-C3A84C824445}" destId="{392BF5FA-2FDC-5A44-8272-392C748A059B}" srcOrd="0" destOrd="0" presId="urn:microsoft.com/office/officeart/2016/7/layout/RepeatingBendingProcessNew"/>
    <dgm:cxn modelId="{90882860-ED9F-437E-9F4A-84819A0A13A5}" srcId="{ED1E2A66-96C0-42FA-8EB1-474D7D78C13C}" destId="{86D3ABA5-E63A-41DD-AB60-8825D9582605}" srcOrd="3" destOrd="0" parTransId="{8099CB4B-23F3-4AF7-9647-32001E0FF891}" sibTransId="{03C872C6-AAD0-435F-B9E0-9829DBBD44A5}"/>
    <dgm:cxn modelId="{9BD1A06E-2BA8-EA4E-8220-A299C839510D}" type="presOf" srcId="{86D3ABA5-E63A-41DD-AB60-8825D9582605}" destId="{62E60182-B20B-954E-8661-FB10D485BFF5}" srcOrd="0" destOrd="0" presId="urn:microsoft.com/office/officeart/2016/7/layout/RepeatingBendingProcessNew"/>
    <dgm:cxn modelId="{9518CA6E-A7D2-4081-82D9-E746509F025D}" srcId="{ED1E2A66-96C0-42FA-8EB1-474D7D78C13C}" destId="{9A697629-A10F-4B5A-A790-1A94FE8FC1E5}" srcOrd="2" destOrd="0" parTransId="{D6B0B03D-E2F8-4037-90B1-418DE84C8CB5}" sibTransId="{C4FB7D7E-B7EF-4112-B07F-3E21752648EA}"/>
    <dgm:cxn modelId="{9337277C-08B4-AD45-8D55-C19A2EED7668}" type="presOf" srcId="{ED1E2A66-96C0-42FA-8EB1-474D7D78C13C}" destId="{D35AE982-2F48-C74A-9FEA-32FFA0810C54}" srcOrd="0" destOrd="0" presId="urn:microsoft.com/office/officeart/2016/7/layout/RepeatingBendingProcessNew"/>
    <dgm:cxn modelId="{C05C167F-E41D-F241-8917-1A2950E8C769}" type="presOf" srcId="{C4FB7D7E-B7EF-4112-B07F-3E21752648EA}" destId="{40A1EAA1-2F81-C841-A2E5-5A479F37E956}" srcOrd="1" destOrd="0" presId="urn:microsoft.com/office/officeart/2016/7/layout/RepeatingBendingProcessNew"/>
    <dgm:cxn modelId="{0C9917A2-64C1-491F-BF89-2676C75A53F3}" srcId="{ED1E2A66-96C0-42FA-8EB1-474D7D78C13C}" destId="{3EBE4EEB-191D-4DCF-B686-8D9B00583A5D}" srcOrd="0" destOrd="0" parTransId="{1038E09A-70A5-4CE3-9E70-AC1B12F6E87E}" sibTransId="{05A3C29F-7089-4568-9C83-CFF2AC55482D}"/>
    <dgm:cxn modelId="{13C350AB-CA5F-3247-9552-FD0B156141A9}" type="presOf" srcId="{9A697629-A10F-4B5A-A790-1A94FE8FC1E5}" destId="{BB460D08-116F-5348-B184-DCDEDE7C2BAA}" srcOrd="0" destOrd="0" presId="urn:microsoft.com/office/officeart/2016/7/layout/RepeatingBendingProcessNew"/>
    <dgm:cxn modelId="{299063B2-19B9-FD43-8041-720D9A330319}" type="presOf" srcId="{BA627B3A-3E83-42EF-B5CF-21874DF32427}" destId="{4412DA83-4CF5-6940-9F03-31E8ED2742E0}" srcOrd="0" destOrd="0" presId="urn:microsoft.com/office/officeart/2016/7/layout/RepeatingBendingProcessNew"/>
    <dgm:cxn modelId="{AA63ACC4-5F32-9348-916E-591FA20311B6}" type="presOf" srcId="{03C872C6-AAD0-435F-B9E0-9829DBBD44A5}" destId="{88B15A66-297A-4D49-8AC4-4E448D4CFBD5}" srcOrd="0" destOrd="0" presId="urn:microsoft.com/office/officeart/2016/7/layout/RepeatingBendingProcessNew"/>
    <dgm:cxn modelId="{759850CF-CB6B-4557-8008-13B9408F6A9D}" srcId="{ED1E2A66-96C0-42FA-8EB1-474D7D78C13C}" destId="{75AB4E3C-2F35-4CF4-A02B-F998B54CB9E3}" srcOrd="5" destOrd="0" parTransId="{4BACF35D-B4E7-451E-84FE-3229BAAAD8F4}" sibTransId="{64210486-DC74-409B-95FA-026E53C66052}"/>
    <dgm:cxn modelId="{295D7FE1-EC01-6F49-9070-D2CF4F457767}" type="presOf" srcId="{C4FB7D7E-B7EF-4112-B07F-3E21752648EA}" destId="{59D1765A-79E9-174B-91B6-50121BDD640A}" srcOrd="0" destOrd="0" presId="urn:microsoft.com/office/officeart/2016/7/layout/RepeatingBendingProcessNew"/>
    <dgm:cxn modelId="{4B2F08EE-DBAF-D844-B555-0171B69ED0E4}" type="presOf" srcId="{05A3C29F-7089-4568-9C83-CFF2AC55482D}" destId="{1512EDB9-1869-8E4F-A47E-63B5DC0E7678}" srcOrd="0" destOrd="0" presId="urn:microsoft.com/office/officeart/2016/7/layout/RepeatingBendingProcessNew"/>
    <dgm:cxn modelId="{B13026F6-832E-3E4A-94A3-26F7CC4B12EE}" type="presOf" srcId="{8DE26322-7F0C-4CDC-B0E1-FBDF186C9A06}" destId="{B4B512DB-93E1-2D4E-8A30-13D9AAA476A2}" srcOrd="0" destOrd="0" presId="urn:microsoft.com/office/officeart/2016/7/layout/RepeatingBendingProcessNew"/>
    <dgm:cxn modelId="{E5208806-5B00-7F46-9B88-037450CE8EA2}" type="presParOf" srcId="{D35AE982-2F48-C74A-9FEA-32FFA0810C54}" destId="{A6098E6D-60DF-B34D-9BE6-16FC5DC59A88}" srcOrd="0" destOrd="0" presId="urn:microsoft.com/office/officeart/2016/7/layout/RepeatingBendingProcessNew"/>
    <dgm:cxn modelId="{4A56EC91-7376-754B-92E6-09B4260D6340}" type="presParOf" srcId="{D35AE982-2F48-C74A-9FEA-32FFA0810C54}" destId="{1512EDB9-1869-8E4F-A47E-63B5DC0E7678}" srcOrd="1" destOrd="0" presId="urn:microsoft.com/office/officeart/2016/7/layout/RepeatingBendingProcessNew"/>
    <dgm:cxn modelId="{1BD016D4-2718-2643-B21A-47327A78961A}" type="presParOf" srcId="{1512EDB9-1869-8E4F-A47E-63B5DC0E7678}" destId="{C9DFB943-3966-9C4D-B144-25AB302A22A9}" srcOrd="0" destOrd="0" presId="urn:microsoft.com/office/officeart/2016/7/layout/RepeatingBendingProcessNew"/>
    <dgm:cxn modelId="{D8154965-6390-7240-AC62-710BB4D4B60C}" type="presParOf" srcId="{D35AE982-2F48-C74A-9FEA-32FFA0810C54}" destId="{88D3BDFD-49DC-474E-8807-B98827256CE2}" srcOrd="2" destOrd="0" presId="urn:microsoft.com/office/officeart/2016/7/layout/RepeatingBendingProcessNew"/>
    <dgm:cxn modelId="{0DF9557F-D98E-8C4C-BA34-916FEDA7D3F5}" type="presParOf" srcId="{D35AE982-2F48-C74A-9FEA-32FFA0810C54}" destId="{4412DA83-4CF5-6940-9F03-31E8ED2742E0}" srcOrd="3" destOrd="0" presId="urn:microsoft.com/office/officeart/2016/7/layout/RepeatingBendingProcessNew"/>
    <dgm:cxn modelId="{E3B5B6F9-314C-7E41-82ED-85668AA2A83A}" type="presParOf" srcId="{4412DA83-4CF5-6940-9F03-31E8ED2742E0}" destId="{5AB48FFE-0E43-B647-A2A9-D432D8F8E9F3}" srcOrd="0" destOrd="0" presId="urn:microsoft.com/office/officeart/2016/7/layout/RepeatingBendingProcessNew"/>
    <dgm:cxn modelId="{E588D888-CE9F-FB4D-AFC7-FA5BB00A2DDE}" type="presParOf" srcId="{D35AE982-2F48-C74A-9FEA-32FFA0810C54}" destId="{BB460D08-116F-5348-B184-DCDEDE7C2BAA}" srcOrd="4" destOrd="0" presId="urn:microsoft.com/office/officeart/2016/7/layout/RepeatingBendingProcessNew"/>
    <dgm:cxn modelId="{6F878EA1-A23E-934E-8D09-FAB795E7EE14}" type="presParOf" srcId="{D35AE982-2F48-C74A-9FEA-32FFA0810C54}" destId="{59D1765A-79E9-174B-91B6-50121BDD640A}" srcOrd="5" destOrd="0" presId="urn:microsoft.com/office/officeart/2016/7/layout/RepeatingBendingProcessNew"/>
    <dgm:cxn modelId="{E8B7D1ED-CE05-0C4E-841D-F72044782DCD}" type="presParOf" srcId="{59D1765A-79E9-174B-91B6-50121BDD640A}" destId="{40A1EAA1-2F81-C841-A2E5-5A479F37E956}" srcOrd="0" destOrd="0" presId="urn:microsoft.com/office/officeart/2016/7/layout/RepeatingBendingProcessNew"/>
    <dgm:cxn modelId="{9289F871-63F4-094C-94A0-4500D3AC893B}" type="presParOf" srcId="{D35AE982-2F48-C74A-9FEA-32FFA0810C54}" destId="{62E60182-B20B-954E-8661-FB10D485BFF5}" srcOrd="6" destOrd="0" presId="urn:microsoft.com/office/officeart/2016/7/layout/RepeatingBendingProcessNew"/>
    <dgm:cxn modelId="{2B7422EA-88F8-9C42-AA76-8C4892D46BBE}" type="presParOf" srcId="{D35AE982-2F48-C74A-9FEA-32FFA0810C54}" destId="{88B15A66-297A-4D49-8AC4-4E448D4CFBD5}" srcOrd="7" destOrd="0" presId="urn:microsoft.com/office/officeart/2016/7/layout/RepeatingBendingProcessNew"/>
    <dgm:cxn modelId="{FBBFBC45-B5BA-9245-A236-C54FCA929488}" type="presParOf" srcId="{88B15A66-297A-4D49-8AC4-4E448D4CFBD5}" destId="{F46A8A1A-9AF5-A04D-8444-95810087913F}" srcOrd="0" destOrd="0" presId="urn:microsoft.com/office/officeart/2016/7/layout/RepeatingBendingProcessNew"/>
    <dgm:cxn modelId="{A2FDE6B3-2649-B84A-9128-7F5C805788D0}" type="presParOf" srcId="{D35AE982-2F48-C74A-9FEA-32FFA0810C54}" destId="{392BF5FA-2FDC-5A44-8272-392C748A059B}" srcOrd="8" destOrd="0" presId="urn:microsoft.com/office/officeart/2016/7/layout/RepeatingBendingProcessNew"/>
    <dgm:cxn modelId="{906C940C-A350-F642-B768-770B1581D6A9}" type="presParOf" srcId="{D35AE982-2F48-C74A-9FEA-32FFA0810C54}" destId="{B4B512DB-93E1-2D4E-8A30-13D9AAA476A2}" srcOrd="9" destOrd="0" presId="urn:microsoft.com/office/officeart/2016/7/layout/RepeatingBendingProcessNew"/>
    <dgm:cxn modelId="{75C034B3-E61B-C744-8CAC-492A7B51C8B2}" type="presParOf" srcId="{B4B512DB-93E1-2D4E-8A30-13D9AAA476A2}" destId="{9F87F09E-9D70-1344-AF33-3C17A3EADCCC}" srcOrd="0" destOrd="0" presId="urn:microsoft.com/office/officeart/2016/7/layout/RepeatingBendingProcessNew"/>
    <dgm:cxn modelId="{0876407E-6D0B-D64E-9463-AAB87D7C2A37}" type="presParOf" srcId="{D35AE982-2F48-C74A-9FEA-32FFA0810C54}" destId="{5289F5CD-2952-8A4F-9E03-6A49ECBF80E8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FE156F8-C674-4059-9343-B16F001A3773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087A488-A5B7-4AC8-8F82-0618CA00983B}">
      <dgm:prSet/>
      <dgm:spPr/>
      <dgm:t>
        <a:bodyPr/>
        <a:lstStyle/>
        <a:p>
          <a:r>
            <a:rPr lang="en-US" dirty="0"/>
            <a:t>Literature review</a:t>
          </a:r>
        </a:p>
      </dgm:t>
    </dgm:pt>
    <dgm:pt modelId="{1C11205C-E265-484A-974D-F11DD8856090}" type="parTrans" cxnId="{833B26A5-B2D2-43E8-BDC0-02C519865A2E}">
      <dgm:prSet/>
      <dgm:spPr/>
      <dgm:t>
        <a:bodyPr/>
        <a:lstStyle/>
        <a:p>
          <a:endParaRPr lang="en-US"/>
        </a:p>
      </dgm:t>
    </dgm:pt>
    <dgm:pt modelId="{AC391FEA-6D16-46C9-9DBD-83B80A6AD089}" type="sibTrans" cxnId="{833B26A5-B2D2-43E8-BDC0-02C519865A2E}">
      <dgm:prSet/>
      <dgm:spPr/>
      <dgm:t>
        <a:bodyPr/>
        <a:lstStyle/>
        <a:p>
          <a:endParaRPr lang="en-US"/>
        </a:p>
      </dgm:t>
    </dgm:pt>
    <dgm:pt modelId="{64C2DCB1-E734-4EEE-81DA-1289293BA8EF}">
      <dgm:prSet/>
      <dgm:spPr/>
      <dgm:t>
        <a:bodyPr/>
        <a:lstStyle/>
        <a:p>
          <a:r>
            <a:rPr lang="en-US" dirty="0"/>
            <a:t>Dataset preparation</a:t>
          </a:r>
        </a:p>
      </dgm:t>
    </dgm:pt>
    <dgm:pt modelId="{4E4F6217-F3F1-4918-91E0-E69ED8A84BC9}" type="parTrans" cxnId="{961B101F-A2E9-41D4-9E02-A5DFA1FB8701}">
      <dgm:prSet/>
      <dgm:spPr/>
      <dgm:t>
        <a:bodyPr/>
        <a:lstStyle/>
        <a:p>
          <a:endParaRPr lang="en-US"/>
        </a:p>
      </dgm:t>
    </dgm:pt>
    <dgm:pt modelId="{7D842627-8EAA-4301-AF68-B393E3A37879}" type="sibTrans" cxnId="{961B101F-A2E9-41D4-9E02-A5DFA1FB8701}">
      <dgm:prSet/>
      <dgm:spPr/>
      <dgm:t>
        <a:bodyPr/>
        <a:lstStyle/>
        <a:p>
          <a:endParaRPr lang="en-US"/>
        </a:p>
      </dgm:t>
    </dgm:pt>
    <dgm:pt modelId="{B6BCEF5F-666B-4A6F-B350-2440B71B3676}">
      <dgm:prSet/>
      <dgm:spPr/>
      <dgm:t>
        <a:bodyPr/>
        <a:lstStyle/>
        <a:p>
          <a:r>
            <a:rPr lang="en-US" dirty="0"/>
            <a:t>Model development</a:t>
          </a:r>
        </a:p>
      </dgm:t>
    </dgm:pt>
    <dgm:pt modelId="{F7253DA3-95CF-448D-8523-F78C2FB4AFE8}" type="parTrans" cxnId="{3C50AD48-6514-488C-86A7-01F307F9CB1D}">
      <dgm:prSet/>
      <dgm:spPr/>
      <dgm:t>
        <a:bodyPr/>
        <a:lstStyle/>
        <a:p>
          <a:endParaRPr lang="en-US"/>
        </a:p>
      </dgm:t>
    </dgm:pt>
    <dgm:pt modelId="{A7A99A87-E12F-4230-A7B8-99D39A00C164}" type="sibTrans" cxnId="{3C50AD48-6514-488C-86A7-01F307F9CB1D}">
      <dgm:prSet/>
      <dgm:spPr/>
      <dgm:t>
        <a:bodyPr/>
        <a:lstStyle/>
        <a:p>
          <a:endParaRPr lang="en-US"/>
        </a:p>
      </dgm:t>
    </dgm:pt>
    <dgm:pt modelId="{D32197B5-8177-4E89-A8D0-B49587151F79}">
      <dgm:prSet/>
      <dgm:spPr/>
      <dgm:t>
        <a:bodyPr/>
        <a:lstStyle/>
        <a:p>
          <a:r>
            <a:rPr lang="en-US" dirty="0"/>
            <a:t>Apply SHAP/LIME</a:t>
          </a:r>
        </a:p>
      </dgm:t>
    </dgm:pt>
    <dgm:pt modelId="{D396C989-CD79-48B0-AE0B-F7357DAAB1DF}" type="parTrans" cxnId="{994B1B3F-9B01-4406-9C52-DAA376D62147}">
      <dgm:prSet/>
      <dgm:spPr/>
      <dgm:t>
        <a:bodyPr/>
        <a:lstStyle/>
        <a:p>
          <a:endParaRPr lang="en-US"/>
        </a:p>
      </dgm:t>
    </dgm:pt>
    <dgm:pt modelId="{1083FECF-F20E-4CA1-9842-410B4410280F}" type="sibTrans" cxnId="{994B1B3F-9B01-4406-9C52-DAA376D62147}">
      <dgm:prSet/>
      <dgm:spPr/>
      <dgm:t>
        <a:bodyPr/>
        <a:lstStyle/>
        <a:p>
          <a:endParaRPr lang="en-US"/>
        </a:p>
      </dgm:t>
    </dgm:pt>
    <dgm:pt modelId="{72404EFF-A0BC-4D10-A6CF-F3F215FAC443}">
      <dgm:prSet/>
      <dgm:spPr/>
      <dgm:t>
        <a:bodyPr/>
        <a:lstStyle/>
        <a:p>
          <a:r>
            <a:rPr lang="en-US" dirty="0"/>
            <a:t>Evaluation &amp; comparison</a:t>
          </a:r>
        </a:p>
      </dgm:t>
    </dgm:pt>
    <dgm:pt modelId="{DDE0707C-A1BC-4058-A4FF-290761DEFEFC}" type="parTrans" cxnId="{FB987531-40B1-4841-B3F7-AAEC2110EC9E}">
      <dgm:prSet/>
      <dgm:spPr/>
      <dgm:t>
        <a:bodyPr/>
        <a:lstStyle/>
        <a:p>
          <a:endParaRPr lang="en-US"/>
        </a:p>
      </dgm:t>
    </dgm:pt>
    <dgm:pt modelId="{280B43B1-A17E-449B-8AD3-7203FB18922D}" type="sibTrans" cxnId="{FB987531-40B1-4841-B3F7-AAEC2110EC9E}">
      <dgm:prSet/>
      <dgm:spPr/>
      <dgm:t>
        <a:bodyPr/>
        <a:lstStyle/>
        <a:p>
          <a:endParaRPr lang="en-US"/>
        </a:p>
      </dgm:t>
    </dgm:pt>
    <dgm:pt modelId="{DB0AAFF6-40EB-3046-BCDD-7548E38CC1C5}" type="pres">
      <dgm:prSet presAssocID="{6FE156F8-C674-4059-9343-B16F001A3773}" presName="vert0" presStyleCnt="0">
        <dgm:presLayoutVars>
          <dgm:dir/>
          <dgm:animOne val="branch"/>
          <dgm:animLvl val="lvl"/>
        </dgm:presLayoutVars>
      </dgm:prSet>
      <dgm:spPr/>
    </dgm:pt>
    <dgm:pt modelId="{78C4E9D4-7965-6F40-86E8-6BD58C23346C}" type="pres">
      <dgm:prSet presAssocID="{B087A488-A5B7-4AC8-8F82-0618CA00983B}" presName="thickLine" presStyleLbl="alignNode1" presStyleIdx="0" presStyleCnt="5"/>
      <dgm:spPr/>
    </dgm:pt>
    <dgm:pt modelId="{8633AD78-00C4-7544-B3E8-EAA790D13128}" type="pres">
      <dgm:prSet presAssocID="{B087A488-A5B7-4AC8-8F82-0618CA00983B}" presName="horz1" presStyleCnt="0"/>
      <dgm:spPr/>
    </dgm:pt>
    <dgm:pt modelId="{143249D2-F65A-144A-816F-38F6FC9E1781}" type="pres">
      <dgm:prSet presAssocID="{B087A488-A5B7-4AC8-8F82-0618CA00983B}" presName="tx1" presStyleLbl="revTx" presStyleIdx="0" presStyleCnt="5"/>
      <dgm:spPr/>
    </dgm:pt>
    <dgm:pt modelId="{BDA516C1-16A0-AC4D-9CFB-BA3445C90331}" type="pres">
      <dgm:prSet presAssocID="{B087A488-A5B7-4AC8-8F82-0618CA00983B}" presName="vert1" presStyleCnt="0"/>
      <dgm:spPr/>
    </dgm:pt>
    <dgm:pt modelId="{D8AEAF05-1478-3249-B4A2-D2629044C515}" type="pres">
      <dgm:prSet presAssocID="{64C2DCB1-E734-4EEE-81DA-1289293BA8EF}" presName="thickLine" presStyleLbl="alignNode1" presStyleIdx="1" presStyleCnt="5"/>
      <dgm:spPr/>
    </dgm:pt>
    <dgm:pt modelId="{120C619E-0815-564B-9D62-83C53CD21087}" type="pres">
      <dgm:prSet presAssocID="{64C2DCB1-E734-4EEE-81DA-1289293BA8EF}" presName="horz1" presStyleCnt="0"/>
      <dgm:spPr/>
    </dgm:pt>
    <dgm:pt modelId="{4D2371C4-D51F-AB4B-BD19-C872FDAEA2C8}" type="pres">
      <dgm:prSet presAssocID="{64C2DCB1-E734-4EEE-81DA-1289293BA8EF}" presName="tx1" presStyleLbl="revTx" presStyleIdx="1" presStyleCnt="5"/>
      <dgm:spPr/>
    </dgm:pt>
    <dgm:pt modelId="{CA43CEE1-E5AB-7347-A997-EF02F06F22EE}" type="pres">
      <dgm:prSet presAssocID="{64C2DCB1-E734-4EEE-81DA-1289293BA8EF}" presName="vert1" presStyleCnt="0"/>
      <dgm:spPr/>
    </dgm:pt>
    <dgm:pt modelId="{F3A0FDC0-B453-4A44-BA08-E34BE89C8972}" type="pres">
      <dgm:prSet presAssocID="{B6BCEF5F-666B-4A6F-B350-2440B71B3676}" presName="thickLine" presStyleLbl="alignNode1" presStyleIdx="2" presStyleCnt="5"/>
      <dgm:spPr/>
    </dgm:pt>
    <dgm:pt modelId="{2C87295F-317D-B64E-BD54-0F13AF15E54F}" type="pres">
      <dgm:prSet presAssocID="{B6BCEF5F-666B-4A6F-B350-2440B71B3676}" presName="horz1" presStyleCnt="0"/>
      <dgm:spPr/>
    </dgm:pt>
    <dgm:pt modelId="{17176D4F-3351-C240-91E2-D71320FA05DA}" type="pres">
      <dgm:prSet presAssocID="{B6BCEF5F-666B-4A6F-B350-2440B71B3676}" presName="tx1" presStyleLbl="revTx" presStyleIdx="2" presStyleCnt="5"/>
      <dgm:spPr/>
    </dgm:pt>
    <dgm:pt modelId="{CAA3DB51-2E19-2F40-9738-2C4B2B13ACF8}" type="pres">
      <dgm:prSet presAssocID="{B6BCEF5F-666B-4A6F-B350-2440B71B3676}" presName="vert1" presStyleCnt="0"/>
      <dgm:spPr/>
    </dgm:pt>
    <dgm:pt modelId="{0F8981E8-8307-9A44-A384-4ECE1F64A6C5}" type="pres">
      <dgm:prSet presAssocID="{D32197B5-8177-4E89-A8D0-B49587151F79}" presName="thickLine" presStyleLbl="alignNode1" presStyleIdx="3" presStyleCnt="5"/>
      <dgm:spPr/>
    </dgm:pt>
    <dgm:pt modelId="{D367C6A6-9233-B54A-8374-23016793C9F0}" type="pres">
      <dgm:prSet presAssocID="{D32197B5-8177-4E89-A8D0-B49587151F79}" presName="horz1" presStyleCnt="0"/>
      <dgm:spPr/>
    </dgm:pt>
    <dgm:pt modelId="{E4831E8B-9F62-5248-B62B-FE70BEFC769E}" type="pres">
      <dgm:prSet presAssocID="{D32197B5-8177-4E89-A8D0-B49587151F79}" presName="tx1" presStyleLbl="revTx" presStyleIdx="3" presStyleCnt="5"/>
      <dgm:spPr/>
    </dgm:pt>
    <dgm:pt modelId="{6A4FFB82-4F71-AA4D-BBE9-A9FE2933A284}" type="pres">
      <dgm:prSet presAssocID="{D32197B5-8177-4E89-A8D0-B49587151F79}" presName="vert1" presStyleCnt="0"/>
      <dgm:spPr/>
    </dgm:pt>
    <dgm:pt modelId="{7D304174-7D81-7349-B89B-AA1977D0362F}" type="pres">
      <dgm:prSet presAssocID="{72404EFF-A0BC-4D10-A6CF-F3F215FAC443}" presName="thickLine" presStyleLbl="alignNode1" presStyleIdx="4" presStyleCnt="5"/>
      <dgm:spPr/>
    </dgm:pt>
    <dgm:pt modelId="{5AECF522-3925-6E4E-87DB-F19D176B0841}" type="pres">
      <dgm:prSet presAssocID="{72404EFF-A0BC-4D10-A6CF-F3F215FAC443}" presName="horz1" presStyleCnt="0"/>
      <dgm:spPr/>
    </dgm:pt>
    <dgm:pt modelId="{7DCFE45B-087C-C24A-A1C9-C5E8BF38425A}" type="pres">
      <dgm:prSet presAssocID="{72404EFF-A0BC-4D10-A6CF-F3F215FAC443}" presName="tx1" presStyleLbl="revTx" presStyleIdx="4" presStyleCnt="5"/>
      <dgm:spPr/>
    </dgm:pt>
    <dgm:pt modelId="{DEFDDDC2-6F17-CB41-8DDA-1DC7E93457DB}" type="pres">
      <dgm:prSet presAssocID="{72404EFF-A0BC-4D10-A6CF-F3F215FAC443}" presName="vert1" presStyleCnt="0"/>
      <dgm:spPr/>
    </dgm:pt>
  </dgm:ptLst>
  <dgm:cxnLst>
    <dgm:cxn modelId="{961B101F-A2E9-41D4-9E02-A5DFA1FB8701}" srcId="{6FE156F8-C674-4059-9343-B16F001A3773}" destId="{64C2DCB1-E734-4EEE-81DA-1289293BA8EF}" srcOrd="1" destOrd="0" parTransId="{4E4F6217-F3F1-4918-91E0-E69ED8A84BC9}" sibTransId="{7D842627-8EAA-4301-AF68-B393E3A37879}"/>
    <dgm:cxn modelId="{B9331A2E-60C3-314F-AD7C-34B28BCA84AA}" type="presOf" srcId="{D32197B5-8177-4E89-A8D0-B49587151F79}" destId="{E4831E8B-9F62-5248-B62B-FE70BEFC769E}" srcOrd="0" destOrd="0" presId="urn:microsoft.com/office/officeart/2008/layout/LinedList"/>
    <dgm:cxn modelId="{FB987531-40B1-4841-B3F7-AAEC2110EC9E}" srcId="{6FE156F8-C674-4059-9343-B16F001A3773}" destId="{72404EFF-A0BC-4D10-A6CF-F3F215FAC443}" srcOrd="4" destOrd="0" parTransId="{DDE0707C-A1BC-4058-A4FF-290761DEFEFC}" sibTransId="{280B43B1-A17E-449B-8AD3-7203FB18922D}"/>
    <dgm:cxn modelId="{BABC1F33-715E-BD45-A9A4-95F07E98257D}" type="presOf" srcId="{B087A488-A5B7-4AC8-8F82-0618CA00983B}" destId="{143249D2-F65A-144A-816F-38F6FC9E1781}" srcOrd="0" destOrd="0" presId="urn:microsoft.com/office/officeart/2008/layout/LinedList"/>
    <dgm:cxn modelId="{994B1B3F-9B01-4406-9C52-DAA376D62147}" srcId="{6FE156F8-C674-4059-9343-B16F001A3773}" destId="{D32197B5-8177-4E89-A8D0-B49587151F79}" srcOrd="3" destOrd="0" parTransId="{D396C989-CD79-48B0-AE0B-F7357DAAB1DF}" sibTransId="{1083FECF-F20E-4CA1-9842-410B4410280F}"/>
    <dgm:cxn modelId="{3C50AD48-6514-488C-86A7-01F307F9CB1D}" srcId="{6FE156F8-C674-4059-9343-B16F001A3773}" destId="{B6BCEF5F-666B-4A6F-B350-2440B71B3676}" srcOrd="2" destOrd="0" parTransId="{F7253DA3-95CF-448D-8523-F78C2FB4AFE8}" sibTransId="{A7A99A87-E12F-4230-A7B8-99D39A00C164}"/>
    <dgm:cxn modelId="{D5A90B82-5123-6540-9CCC-755E353CB9A5}" type="presOf" srcId="{B6BCEF5F-666B-4A6F-B350-2440B71B3676}" destId="{17176D4F-3351-C240-91E2-D71320FA05DA}" srcOrd="0" destOrd="0" presId="urn:microsoft.com/office/officeart/2008/layout/LinedList"/>
    <dgm:cxn modelId="{52780383-790F-204F-9649-BE121B0775BB}" type="presOf" srcId="{64C2DCB1-E734-4EEE-81DA-1289293BA8EF}" destId="{4D2371C4-D51F-AB4B-BD19-C872FDAEA2C8}" srcOrd="0" destOrd="0" presId="urn:microsoft.com/office/officeart/2008/layout/LinedList"/>
    <dgm:cxn modelId="{833B26A5-B2D2-43E8-BDC0-02C519865A2E}" srcId="{6FE156F8-C674-4059-9343-B16F001A3773}" destId="{B087A488-A5B7-4AC8-8F82-0618CA00983B}" srcOrd="0" destOrd="0" parTransId="{1C11205C-E265-484A-974D-F11DD8856090}" sibTransId="{AC391FEA-6D16-46C9-9DBD-83B80A6AD089}"/>
    <dgm:cxn modelId="{764069A9-8172-F849-A684-B57328437507}" type="presOf" srcId="{6FE156F8-C674-4059-9343-B16F001A3773}" destId="{DB0AAFF6-40EB-3046-BCDD-7548E38CC1C5}" srcOrd="0" destOrd="0" presId="urn:microsoft.com/office/officeart/2008/layout/LinedList"/>
    <dgm:cxn modelId="{417156F5-2C58-364F-BA19-A4850F8DF7C0}" type="presOf" srcId="{72404EFF-A0BC-4D10-A6CF-F3F215FAC443}" destId="{7DCFE45B-087C-C24A-A1C9-C5E8BF38425A}" srcOrd="0" destOrd="0" presId="urn:microsoft.com/office/officeart/2008/layout/LinedList"/>
    <dgm:cxn modelId="{51D062AD-FA32-5C4E-BE16-EEE0FEF90541}" type="presParOf" srcId="{DB0AAFF6-40EB-3046-BCDD-7548E38CC1C5}" destId="{78C4E9D4-7965-6F40-86E8-6BD58C23346C}" srcOrd="0" destOrd="0" presId="urn:microsoft.com/office/officeart/2008/layout/LinedList"/>
    <dgm:cxn modelId="{909AFF21-213F-E342-8622-4F9CA6358655}" type="presParOf" srcId="{DB0AAFF6-40EB-3046-BCDD-7548E38CC1C5}" destId="{8633AD78-00C4-7544-B3E8-EAA790D13128}" srcOrd="1" destOrd="0" presId="urn:microsoft.com/office/officeart/2008/layout/LinedList"/>
    <dgm:cxn modelId="{E9390BA7-9118-564D-84B3-E9C9D1594EEB}" type="presParOf" srcId="{8633AD78-00C4-7544-B3E8-EAA790D13128}" destId="{143249D2-F65A-144A-816F-38F6FC9E1781}" srcOrd="0" destOrd="0" presId="urn:microsoft.com/office/officeart/2008/layout/LinedList"/>
    <dgm:cxn modelId="{964B8B37-1A8C-3045-8909-BC7E2BE546FF}" type="presParOf" srcId="{8633AD78-00C4-7544-B3E8-EAA790D13128}" destId="{BDA516C1-16A0-AC4D-9CFB-BA3445C90331}" srcOrd="1" destOrd="0" presId="urn:microsoft.com/office/officeart/2008/layout/LinedList"/>
    <dgm:cxn modelId="{0E21494E-B8F1-D948-8150-04A7C9759E4D}" type="presParOf" srcId="{DB0AAFF6-40EB-3046-BCDD-7548E38CC1C5}" destId="{D8AEAF05-1478-3249-B4A2-D2629044C515}" srcOrd="2" destOrd="0" presId="urn:microsoft.com/office/officeart/2008/layout/LinedList"/>
    <dgm:cxn modelId="{E04D2B4E-C7B8-AE43-BBA0-74ADABE9C792}" type="presParOf" srcId="{DB0AAFF6-40EB-3046-BCDD-7548E38CC1C5}" destId="{120C619E-0815-564B-9D62-83C53CD21087}" srcOrd="3" destOrd="0" presId="urn:microsoft.com/office/officeart/2008/layout/LinedList"/>
    <dgm:cxn modelId="{4565C82A-3585-C646-A8B8-0820A382F879}" type="presParOf" srcId="{120C619E-0815-564B-9D62-83C53CD21087}" destId="{4D2371C4-D51F-AB4B-BD19-C872FDAEA2C8}" srcOrd="0" destOrd="0" presId="urn:microsoft.com/office/officeart/2008/layout/LinedList"/>
    <dgm:cxn modelId="{DB820292-4876-124D-8916-8A338190C8C8}" type="presParOf" srcId="{120C619E-0815-564B-9D62-83C53CD21087}" destId="{CA43CEE1-E5AB-7347-A997-EF02F06F22EE}" srcOrd="1" destOrd="0" presId="urn:microsoft.com/office/officeart/2008/layout/LinedList"/>
    <dgm:cxn modelId="{82EC7B01-A4E3-5343-928A-551379620DFF}" type="presParOf" srcId="{DB0AAFF6-40EB-3046-BCDD-7548E38CC1C5}" destId="{F3A0FDC0-B453-4A44-BA08-E34BE89C8972}" srcOrd="4" destOrd="0" presId="urn:microsoft.com/office/officeart/2008/layout/LinedList"/>
    <dgm:cxn modelId="{306EBC73-163A-C74F-82B0-F6498C7C281B}" type="presParOf" srcId="{DB0AAFF6-40EB-3046-BCDD-7548E38CC1C5}" destId="{2C87295F-317D-B64E-BD54-0F13AF15E54F}" srcOrd="5" destOrd="0" presId="urn:microsoft.com/office/officeart/2008/layout/LinedList"/>
    <dgm:cxn modelId="{95DE11B7-CD97-8146-800F-786509F810D5}" type="presParOf" srcId="{2C87295F-317D-B64E-BD54-0F13AF15E54F}" destId="{17176D4F-3351-C240-91E2-D71320FA05DA}" srcOrd="0" destOrd="0" presId="urn:microsoft.com/office/officeart/2008/layout/LinedList"/>
    <dgm:cxn modelId="{E8302A27-CC6A-574F-8623-A830684249DC}" type="presParOf" srcId="{2C87295F-317D-B64E-BD54-0F13AF15E54F}" destId="{CAA3DB51-2E19-2F40-9738-2C4B2B13ACF8}" srcOrd="1" destOrd="0" presId="urn:microsoft.com/office/officeart/2008/layout/LinedList"/>
    <dgm:cxn modelId="{B6665C77-853A-524F-A7A9-8ABCEE9B76F7}" type="presParOf" srcId="{DB0AAFF6-40EB-3046-BCDD-7548E38CC1C5}" destId="{0F8981E8-8307-9A44-A384-4ECE1F64A6C5}" srcOrd="6" destOrd="0" presId="urn:microsoft.com/office/officeart/2008/layout/LinedList"/>
    <dgm:cxn modelId="{909D288C-578C-DE4B-96CD-B13D7B7BB58A}" type="presParOf" srcId="{DB0AAFF6-40EB-3046-BCDD-7548E38CC1C5}" destId="{D367C6A6-9233-B54A-8374-23016793C9F0}" srcOrd="7" destOrd="0" presId="urn:microsoft.com/office/officeart/2008/layout/LinedList"/>
    <dgm:cxn modelId="{8440E241-81BA-3040-915A-07A84441FC17}" type="presParOf" srcId="{D367C6A6-9233-B54A-8374-23016793C9F0}" destId="{E4831E8B-9F62-5248-B62B-FE70BEFC769E}" srcOrd="0" destOrd="0" presId="urn:microsoft.com/office/officeart/2008/layout/LinedList"/>
    <dgm:cxn modelId="{5D43469E-BF51-0946-A3C4-5305538847D4}" type="presParOf" srcId="{D367C6A6-9233-B54A-8374-23016793C9F0}" destId="{6A4FFB82-4F71-AA4D-BBE9-A9FE2933A284}" srcOrd="1" destOrd="0" presId="urn:microsoft.com/office/officeart/2008/layout/LinedList"/>
    <dgm:cxn modelId="{8055CB3F-8154-6C40-A37B-192A1A2C9A60}" type="presParOf" srcId="{DB0AAFF6-40EB-3046-BCDD-7548E38CC1C5}" destId="{7D304174-7D81-7349-B89B-AA1977D0362F}" srcOrd="8" destOrd="0" presId="urn:microsoft.com/office/officeart/2008/layout/LinedList"/>
    <dgm:cxn modelId="{E3121075-AFF4-F746-A6A8-500FB102BE56}" type="presParOf" srcId="{DB0AAFF6-40EB-3046-BCDD-7548E38CC1C5}" destId="{5AECF522-3925-6E4E-87DB-F19D176B0841}" srcOrd="9" destOrd="0" presId="urn:microsoft.com/office/officeart/2008/layout/LinedList"/>
    <dgm:cxn modelId="{A040C4AD-3D59-E64C-85B8-18CECDD0BCF5}" type="presParOf" srcId="{5AECF522-3925-6E4E-87DB-F19D176B0841}" destId="{7DCFE45B-087C-C24A-A1C9-C5E8BF38425A}" srcOrd="0" destOrd="0" presId="urn:microsoft.com/office/officeart/2008/layout/LinedList"/>
    <dgm:cxn modelId="{D8816DCF-DF8F-FC4E-92D4-8353E5E46592}" type="presParOf" srcId="{5AECF522-3925-6E4E-87DB-F19D176B0841}" destId="{DEFDDDC2-6F17-CB41-8DDA-1DC7E93457D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BCD3406-95DC-4F61-8ED9-D5EC4552EB44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842D553-4DE5-486A-875F-1CF26B1ADB3C}">
      <dgm:prSet/>
      <dgm:spPr/>
      <dgm:t>
        <a:bodyPr/>
        <a:lstStyle/>
        <a:p>
          <a:r>
            <a:rPr lang="en-US" dirty="0"/>
            <a:t>Defects4J</a:t>
          </a:r>
        </a:p>
      </dgm:t>
    </dgm:pt>
    <dgm:pt modelId="{ADE1DC29-2037-4318-AC2E-8D9ED0ECE83C}" type="parTrans" cxnId="{0857C224-5A6A-48B3-B40E-DD7ED9EAD260}">
      <dgm:prSet/>
      <dgm:spPr/>
      <dgm:t>
        <a:bodyPr/>
        <a:lstStyle/>
        <a:p>
          <a:endParaRPr lang="en-US"/>
        </a:p>
      </dgm:t>
    </dgm:pt>
    <dgm:pt modelId="{374E77B1-5983-460E-B8C9-DF6E9D40AC35}" type="sibTrans" cxnId="{0857C224-5A6A-48B3-B40E-DD7ED9EAD260}">
      <dgm:prSet/>
      <dgm:spPr/>
      <dgm:t>
        <a:bodyPr/>
        <a:lstStyle/>
        <a:p>
          <a:endParaRPr lang="en-US"/>
        </a:p>
      </dgm:t>
    </dgm:pt>
    <dgm:pt modelId="{F88D320D-5B0C-4952-A7D5-88114C1C8242}">
      <dgm:prSet/>
      <dgm:spPr/>
      <dgm:t>
        <a:bodyPr/>
        <a:lstStyle/>
        <a:p>
          <a:r>
            <a:rPr lang="en-US" dirty="0"/>
            <a:t>Bears Benchmark</a:t>
          </a:r>
        </a:p>
      </dgm:t>
    </dgm:pt>
    <dgm:pt modelId="{50011AD4-8101-419F-B669-18D7D3404798}" type="parTrans" cxnId="{01F2C195-50C6-4799-8E70-FAC173BE8036}">
      <dgm:prSet/>
      <dgm:spPr/>
      <dgm:t>
        <a:bodyPr/>
        <a:lstStyle/>
        <a:p>
          <a:endParaRPr lang="en-US"/>
        </a:p>
      </dgm:t>
    </dgm:pt>
    <dgm:pt modelId="{49A3F0AC-B790-4900-A698-CA1A47A92687}" type="sibTrans" cxnId="{01F2C195-50C6-4799-8E70-FAC173BE8036}">
      <dgm:prSet/>
      <dgm:spPr/>
      <dgm:t>
        <a:bodyPr/>
        <a:lstStyle/>
        <a:p>
          <a:endParaRPr lang="en-US"/>
        </a:p>
      </dgm:t>
    </dgm:pt>
    <dgm:pt modelId="{BB22FA7B-EED1-4E73-9795-562F1D0FFCEA}">
      <dgm:prSet/>
      <dgm:spPr/>
      <dgm:t>
        <a:bodyPr/>
        <a:lstStyle/>
        <a:p>
          <a:r>
            <a:rPr lang="en-US" dirty="0"/>
            <a:t>AEEEM</a:t>
          </a:r>
        </a:p>
      </dgm:t>
    </dgm:pt>
    <dgm:pt modelId="{25A2C82B-4497-4156-8405-7D3D2C0CA5D2}" type="parTrans" cxnId="{95235271-4355-4E9D-8CC0-7BA98F04DA23}">
      <dgm:prSet/>
      <dgm:spPr/>
      <dgm:t>
        <a:bodyPr/>
        <a:lstStyle/>
        <a:p>
          <a:endParaRPr lang="en-US"/>
        </a:p>
      </dgm:t>
    </dgm:pt>
    <dgm:pt modelId="{F66B0F48-A496-499C-BF87-72944D5E0FF2}" type="sibTrans" cxnId="{95235271-4355-4E9D-8CC0-7BA98F04DA23}">
      <dgm:prSet/>
      <dgm:spPr/>
      <dgm:t>
        <a:bodyPr/>
        <a:lstStyle/>
        <a:p>
          <a:endParaRPr lang="en-US"/>
        </a:p>
      </dgm:t>
    </dgm:pt>
    <dgm:pt modelId="{F4B2AB16-4C87-4D7B-8876-EE2278C04788}">
      <dgm:prSet/>
      <dgm:spPr/>
      <dgm:t>
        <a:bodyPr/>
        <a:lstStyle/>
        <a:p>
          <a:r>
            <a:rPr lang="en-US" dirty="0"/>
            <a:t>PROMISE</a:t>
          </a:r>
        </a:p>
      </dgm:t>
    </dgm:pt>
    <dgm:pt modelId="{2B9AA393-9702-4404-B699-09EB90ED9E9B}" type="parTrans" cxnId="{28052282-0DA7-4A03-AFAC-F7B1948DD104}">
      <dgm:prSet/>
      <dgm:spPr/>
      <dgm:t>
        <a:bodyPr/>
        <a:lstStyle/>
        <a:p>
          <a:endParaRPr lang="en-US"/>
        </a:p>
      </dgm:t>
    </dgm:pt>
    <dgm:pt modelId="{14F3DAD6-34E7-49D5-89EE-AB5A0978191E}" type="sibTrans" cxnId="{28052282-0DA7-4A03-AFAC-F7B1948DD104}">
      <dgm:prSet/>
      <dgm:spPr/>
      <dgm:t>
        <a:bodyPr/>
        <a:lstStyle/>
        <a:p>
          <a:endParaRPr lang="en-US"/>
        </a:p>
      </dgm:t>
    </dgm:pt>
    <dgm:pt modelId="{EA0854EC-A375-40C8-8413-68826AA49F95}">
      <dgm:prSet/>
      <dgm:spPr/>
      <dgm:t>
        <a:bodyPr/>
        <a:lstStyle/>
        <a:p>
          <a:r>
            <a:rPr lang="en-US" dirty="0"/>
            <a:t>GitHub datasets</a:t>
          </a:r>
        </a:p>
      </dgm:t>
    </dgm:pt>
    <dgm:pt modelId="{8F956043-C025-47CE-915D-FBEF559F374F}" type="parTrans" cxnId="{F0DB9C7B-4669-4882-920B-7E566672E84F}">
      <dgm:prSet/>
      <dgm:spPr/>
      <dgm:t>
        <a:bodyPr/>
        <a:lstStyle/>
        <a:p>
          <a:endParaRPr lang="en-US"/>
        </a:p>
      </dgm:t>
    </dgm:pt>
    <dgm:pt modelId="{312C848F-BB36-4015-ACF5-A81CCCAA5A5E}" type="sibTrans" cxnId="{F0DB9C7B-4669-4882-920B-7E566672E84F}">
      <dgm:prSet/>
      <dgm:spPr/>
      <dgm:t>
        <a:bodyPr/>
        <a:lstStyle/>
        <a:p>
          <a:endParaRPr lang="en-US"/>
        </a:p>
      </dgm:t>
    </dgm:pt>
    <dgm:pt modelId="{B4544B5E-E472-B544-9F8B-9CAE14190ED1}" type="pres">
      <dgm:prSet presAssocID="{FBCD3406-95DC-4F61-8ED9-D5EC4552EB44}" presName="linear" presStyleCnt="0">
        <dgm:presLayoutVars>
          <dgm:dir/>
          <dgm:animLvl val="lvl"/>
          <dgm:resizeHandles val="exact"/>
        </dgm:presLayoutVars>
      </dgm:prSet>
      <dgm:spPr/>
    </dgm:pt>
    <dgm:pt modelId="{007FF2A1-43FE-7545-A1AA-17EFF2F3B162}" type="pres">
      <dgm:prSet presAssocID="{4842D553-4DE5-486A-875F-1CF26B1ADB3C}" presName="parentLin" presStyleCnt="0"/>
      <dgm:spPr/>
    </dgm:pt>
    <dgm:pt modelId="{D546B3C4-1C58-F544-A5B9-EE6ABE60EA35}" type="pres">
      <dgm:prSet presAssocID="{4842D553-4DE5-486A-875F-1CF26B1ADB3C}" presName="parentLeftMargin" presStyleLbl="node1" presStyleIdx="0" presStyleCnt="5"/>
      <dgm:spPr/>
    </dgm:pt>
    <dgm:pt modelId="{8EA4F2FA-342C-B746-BB0A-40F2332B7445}" type="pres">
      <dgm:prSet presAssocID="{4842D553-4DE5-486A-875F-1CF26B1ADB3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45127350-32D2-E841-AAD1-DFD3F8355503}" type="pres">
      <dgm:prSet presAssocID="{4842D553-4DE5-486A-875F-1CF26B1ADB3C}" presName="negativeSpace" presStyleCnt="0"/>
      <dgm:spPr/>
    </dgm:pt>
    <dgm:pt modelId="{8E92C4CA-99F1-8745-9F75-50EA76917831}" type="pres">
      <dgm:prSet presAssocID="{4842D553-4DE5-486A-875F-1CF26B1ADB3C}" presName="childText" presStyleLbl="conFgAcc1" presStyleIdx="0" presStyleCnt="5">
        <dgm:presLayoutVars>
          <dgm:bulletEnabled val="1"/>
        </dgm:presLayoutVars>
      </dgm:prSet>
      <dgm:spPr/>
    </dgm:pt>
    <dgm:pt modelId="{D4CADD40-7ADE-0946-A2DC-B80A1937E589}" type="pres">
      <dgm:prSet presAssocID="{374E77B1-5983-460E-B8C9-DF6E9D40AC35}" presName="spaceBetweenRectangles" presStyleCnt="0"/>
      <dgm:spPr/>
    </dgm:pt>
    <dgm:pt modelId="{EE5B423F-6FB3-1A4B-9116-8FC085FC348F}" type="pres">
      <dgm:prSet presAssocID="{F88D320D-5B0C-4952-A7D5-88114C1C8242}" presName="parentLin" presStyleCnt="0"/>
      <dgm:spPr/>
    </dgm:pt>
    <dgm:pt modelId="{5DBFEFF2-BC7F-F944-8331-029443A02194}" type="pres">
      <dgm:prSet presAssocID="{F88D320D-5B0C-4952-A7D5-88114C1C8242}" presName="parentLeftMargin" presStyleLbl="node1" presStyleIdx="0" presStyleCnt="5"/>
      <dgm:spPr/>
    </dgm:pt>
    <dgm:pt modelId="{A4CC73C8-B46C-6849-A5B5-ADB80EC2E9A8}" type="pres">
      <dgm:prSet presAssocID="{F88D320D-5B0C-4952-A7D5-88114C1C824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C1E95781-4CA3-204D-84AE-6E049608C51A}" type="pres">
      <dgm:prSet presAssocID="{F88D320D-5B0C-4952-A7D5-88114C1C8242}" presName="negativeSpace" presStyleCnt="0"/>
      <dgm:spPr/>
    </dgm:pt>
    <dgm:pt modelId="{E93EF604-86C8-BC44-9023-A081DCBB02B2}" type="pres">
      <dgm:prSet presAssocID="{F88D320D-5B0C-4952-A7D5-88114C1C8242}" presName="childText" presStyleLbl="conFgAcc1" presStyleIdx="1" presStyleCnt="5">
        <dgm:presLayoutVars>
          <dgm:bulletEnabled val="1"/>
        </dgm:presLayoutVars>
      </dgm:prSet>
      <dgm:spPr/>
    </dgm:pt>
    <dgm:pt modelId="{7E1CB2B3-B5E2-0149-926B-307F784ED1B9}" type="pres">
      <dgm:prSet presAssocID="{49A3F0AC-B790-4900-A698-CA1A47A92687}" presName="spaceBetweenRectangles" presStyleCnt="0"/>
      <dgm:spPr/>
    </dgm:pt>
    <dgm:pt modelId="{4BDEF16D-9222-C443-AB8A-1A2426837905}" type="pres">
      <dgm:prSet presAssocID="{BB22FA7B-EED1-4E73-9795-562F1D0FFCEA}" presName="parentLin" presStyleCnt="0"/>
      <dgm:spPr/>
    </dgm:pt>
    <dgm:pt modelId="{712DD629-450F-404B-8202-496BEE1E3CFA}" type="pres">
      <dgm:prSet presAssocID="{BB22FA7B-EED1-4E73-9795-562F1D0FFCEA}" presName="parentLeftMargin" presStyleLbl="node1" presStyleIdx="1" presStyleCnt="5"/>
      <dgm:spPr/>
    </dgm:pt>
    <dgm:pt modelId="{3F6EA1CC-07BF-4F43-950B-782D5171E6DF}" type="pres">
      <dgm:prSet presAssocID="{BB22FA7B-EED1-4E73-9795-562F1D0FFCEA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10429F89-A930-0C4F-A85D-676AFFDB4D7D}" type="pres">
      <dgm:prSet presAssocID="{BB22FA7B-EED1-4E73-9795-562F1D0FFCEA}" presName="negativeSpace" presStyleCnt="0"/>
      <dgm:spPr/>
    </dgm:pt>
    <dgm:pt modelId="{3CEFF7A7-C139-6E49-86E1-EAE3B77C8CD2}" type="pres">
      <dgm:prSet presAssocID="{BB22FA7B-EED1-4E73-9795-562F1D0FFCEA}" presName="childText" presStyleLbl="conFgAcc1" presStyleIdx="2" presStyleCnt="5">
        <dgm:presLayoutVars>
          <dgm:bulletEnabled val="1"/>
        </dgm:presLayoutVars>
      </dgm:prSet>
      <dgm:spPr/>
    </dgm:pt>
    <dgm:pt modelId="{98033BD9-DE4D-1B42-A28A-0542C3CE768E}" type="pres">
      <dgm:prSet presAssocID="{F66B0F48-A496-499C-BF87-72944D5E0FF2}" presName="spaceBetweenRectangles" presStyleCnt="0"/>
      <dgm:spPr/>
    </dgm:pt>
    <dgm:pt modelId="{51C33007-3739-AA4A-A8E7-028B60CD331B}" type="pres">
      <dgm:prSet presAssocID="{F4B2AB16-4C87-4D7B-8876-EE2278C04788}" presName="parentLin" presStyleCnt="0"/>
      <dgm:spPr/>
    </dgm:pt>
    <dgm:pt modelId="{45FD0540-0F13-D343-B46A-984CB42D466A}" type="pres">
      <dgm:prSet presAssocID="{F4B2AB16-4C87-4D7B-8876-EE2278C04788}" presName="parentLeftMargin" presStyleLbl="node1" presStyleIdx="2" presStyleCnt="5"/>
      <dgm:spPr/>
    </dgm:pt>
    <dgm:pt modelId="{B68504C7-4AED-4349-982E-A6DD59D94498}" type="pres">
      <dgm:prSet presAssocID="{F4B2AB16-4C87-4D7B-8876-EE2278C0478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11262E07-7FFA-A847-8D44-F38A312EE1BE}" type="pres">
      <dgm:prSet presAssocID="{F4B2AB16-4C87-4D7B-8876-EE2278C04788}" presName="negativeSpace" presStyleCnt="0"/>
      <dgm:spPr/>
    </dgm:pt>
    <dgm:pt modelId="{BBC7B579-7096-7047-B83D-29DE36221127}" type="pres">
      <dgm:prSet presAssocID="{F4B2AB16-4C87-4D7B-8876-EE2278C04788}" presName="childText" presStyleLbl="conFgAcc1" presStyleIdx="3" presStyleCnt="5">
        <dgm:presLayoutVars>
          <dgm:bulletEnabled val="1"/>
        </dgm:presLayoutVars>
      </dgm:prSet>
      <dgm:spPr/>
    </dgm:pt>
    <dgm:pt modelId="{8BA62EAE-BB05-F64F-899E-1EFBAEEE1D00}" type="pres">
      <dgm:prSet presAssocID="{14F3DAD6-34E7-49D5-89EE-AB5A0978191E}" presName="spaceBetweenRectangles" presStyleCnt="0"/>
      <dgm:spPr/>
    </dgm:pt>
    <dgm:pt modelId="{7FA5D2E6-5FD4-C644-9862-88A365344E94}" type="pres">
      <dgm:prSet presAssocID="{EA0854EC-A375-40C8-8413-68826AA49F95}" presName="parentLin" presStyleCnt="0"/>
      <dgm:spPr/>
    </dgm:pt>
    <dgm:pt modelId="{B242B208-3B54-E24F-B151-21F78BE0D34D}" type="pres">
      <dgm:prSet presAssocID="{EA0854EC-A375-40C8-8413-68826AA49F95}" presName="parentLeftMargin" presStyleLbl="node1" presStyleIdx="3" presStyleCnt="5"/>
      <dgm:spPr/>
    </dgm:pt>
    <dgm:pt modelId="{7DBF99F0-0A60-3344-90B4-9F4BF1FB7DB5}" type="pres">
      <dgm:prSet presAssocID="{EA0854EC-A375-40C8-8413-68826AA49F95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5E6B597E-F06B-C941-958D-79869FC05AAA}" type="pres">
      <dgm:prSet presAssocID="{EA0854EC-A375-40C8-8413-68826AA49F95}" presName="negativeSpace" presStyleCnt="0"/>
      <dgm:spPr/>
    </dgm:pt>
    <dgm:pt modelId="{FBEE578F-A33D-6E47-AF38-7CBE3C231628}" type="pres">
      <dgm:prSet presAssocID="{EA0854EC-A375-40C8-8413-68826AA49F95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FF5DB803-23F3-784C-BE4C-2455DAE9B174}" type="presOf" srcId="{FBCD3406-95DC-4F61-8ED9-D5EC4552EB44}" destId="{B4544B5E-E472-B544-9F8B-9CAE14190ED1}" srcOrd="0" destOrd="0" presId="urn:microsoft.com/office/officeart/2005/8/layout/list1"/>
    <dgm:cxn modelId="{0857C224-5A6A-48B3-B40E-DD7ED9EAD260}" srcId="{FBCD3406-95DC-4F61-8ED9-D5EC4552EB44}" destId="{4842D553-4DE5-486A-875F-1CF26B1ADB3C}" srcOrd="0" destOrd="0" parTransId="{ADE1DC29-2037-4318-AC2E-8D9ED0ECE83C}" sibTransId="{374E77B1-5983-460E-B8C9-DF6E9D40AC35}"/>
    <dgm:cxn modelId="{C884084C-5BCA-594A-A8FB-752CE00C66F3}" type="presOf" srcId="{F88D320D-5B0C-4952-A7D5-88114C1C8242}" destId="{5DBFEFF2-BC7F-F944-8331-029443A02194}" srcOrd="0" destOrd="0" presId="urn:microsoft.com/office/officeart/2005/8/layout/list1"/>
    <dgm:cxn modelId="{95235271-4355-4E9D-8CC0-7BA98F04DA23}" srcId="{FBCD3406-95DC-4F61-8ED9-D5EC4552EB44}" destId="{BB22FA7B-EED1-4E73-9795-562F1D0FFCEA}" srcOrd="2" destOrd="0" parTransId="{25A2C82B-4497-4156-8405-7D3D2C0CA5D2}" sibTransId="{F66B0F48-A496-499C-BF87-72944D5E0FF2}"/>
    <dgm:cxn modelId="{9CAE3776-C2D8-104C-BA38-67D381FB18C4}" type="presOf" srcId="{4842D553-4DE5-486A-875F-1CF26B1ADB3C}" destId="{D546B3C4-1C58-F544-A5B9-EE6ABE60EA35}" srcOrd="0" destOrd="0" presId="urn:microsoft.com/office/officeart/2005/8/layout/list1"/>
    <dgm:cxn modelId="{F0DB9C7B-4669-4882-920B-7E566672E84F}" srcId="{FBCD3406-95DC-4F61-8ED9-D5EC4552EB44}" destId="{EA0854EC-A375-40C8-8413-68826AA49F95}" srcOrd="4" destOrd="0" parTransId="{8F956043-C025-47CE-915D-FBEF559F374F}" sibTransId="{312C848F-BB36-4015-ACF5-A81CCCAA5A5E}"/>
    <dgm:cxn modelId="{28052282-0DA7-4A03-AFAC-F7B1948DD104}" srcId="{FBCD3406-95DC-4F61-8ED9-D5EC4552EB44}" destId="{F4B2AB16-4C87-4D7B-8876-EE2278C04788}" srcOrd="3" destOrd="0" parTransId="{2B9AA393-9702-4404-B699-09EB90ED9E9B}" sibTransId="{14F3DAD6-34E7-49D5-89EE-AB5A0978191E}"/>
    <dgm:cxn modelId="{E1DA758C-A3E5-E84F-B5E0-9CC36D91E703}" type="presOf" srcId="{F88D320D-5B0C-4952-A7D5-88114C1C8242}" destId="{A4CC73C8-B46C-6849-A5B5-ADB80EC2E9A8}" srcOrd="1" destOrd="0" presId="urn:microsoft.com/office/officeart/2005/8/layout/list1"/>
    <dgm:cxn modelId="{01F2C195-50C6-4799-8E70-FAC173BE8036}" srcId="{FBCD3406-95DC-4F61-8ED9-D5EC4552EB44}" destId="{F88D320D-5B0C-4952-A7D5-88114C1C8242}" srcOrd="1" destOrd="0" parTransId="{50011AD4-8101-419F-B669-18D7D3404798}" sibTransId="{49A3F0AC-B790-4900-A698-CA1A47A92687}"/>
    <dgm:cxn modelId="{1F4B0296-8B51-6C4D-A09B-2D68AF1E80A2}" type="presOf" srcId="{BB22FA7B-EED1-4E73-9795-562F1D0FFCEA}" destId="{712DD629-450F-404B-8202-496BEE1E3CFA}" srcOrd="0" destOrd="0" presId="urn:microsoft.com/office/officeart/2005/8/layout/list1"/>
    <dgm:cxn modelId="{571E7EB2-797E-BE47-832B-6532F3025999}" type="presOf" srcId="{4842D553-4DE5-486A-875F-1CF26B1ADB3C}" destId="{8EA4F2FA-342C-B746-BB0A-40F2332B7445}" srcOrd="1" destOrd="0" presId="urn:microsoft.com/office/officeart/2005/8/layout/list1"/>
    <dgm:cxn modelId="{9DACA2B3-AD31-9D45-B415-77F052379D8D}" type="presOf" srcId="{EA0854EC-A375-40C8-8413-68826AA49F95}" destId="{B242B208-3B54-E24F-B151-21F78BE0D34D}" srcOrd="0" destOrd="0" presId="urn:microsoft.com/office/officeart/2005/8/layout/list1"/>
    <dgm:cxn modelId="{D64C1BBA-A220-2443-848A-0B1363A53AB3}" type="presOf" srcId="{F4B2AB16-4C87-4D7B-8876-EE2278C04788}" destId="{B68504C7-4AED-4349-982E-A6DD59D94498}" srcOrd="1" destOrd="0" presId="urn:microsoft.com/office/officeart/2005/8/layout/list1"/>
    <dgm:cxn modelId="{9AAD5FC5-FFF5-0545-850E-2762D3657E8B}" type="presOf" srcId="{EA0854EC-A375-40C8-8413-68826AA49F95}" destId="{7DBF99F0-0A60-3344-90B4-9F4BF1FB7DB5}" srcOrd="1" destOrd="0" presId="urn:microsoft.com/office/officeart/2005/8/layout/list1"/>
    <dgm:cxn modelId="{4C29E6E6-0651-6645-87FA-F25BC13B47F7}" type="presOf" srcId="{BB22FA7B-EED1-4E73-9795-562F1D0FFCEA}" destId="{3F6EA1CC-07BF-4F43-950B-782D5171E6DF}" srcOrd="1" destOrd="0" presId="urn:microsoft.com/office/officeart/2005/8/layout/list1"/>
    <dgm:cxn modelId="{1BCF98EF-1FC1-A143-8319-83630EC1ED88}" type="presOf" srcId="{F4B2AB16-4C87-4D7B-8876-EE2278C04788}" destId="{45FD0540-0F13-D343-B46A-984CB42D466A}" srcOrd="0" destOrd="0" presId="urn:microsoft.com/office/officeart/2005/8/layout/list1"/>
    <dgm:cxn modelId="{DC245B79-484E-A541-8390-194188E41643}" type="presParOf" srcId="{B4544B5E-E472-B544-9F8B-9CAE14190ED1}" destId="{007FF2A1-43FE-7545-A1AA-17EFF2F3B162}" srcOrd="0" destOrd="0" presId="urn:microsoft.com/office/officeart/2005/8/layout/list1"/>
    <dgm:cxn modelId="{A25ED77C-EA3D-CE46-9D5D-68AC5AE9F5CA}" type="presParOf" srcId="{007FF2A1-43FE-7545-A1AA-17EFF2F3B162}" destId="{D546B3C4-1C58-F544-A5B9-EE6ABE60EA35}" srcOrd="0" destOrd="0" presId="urn:microsoft.com/office/officeart/2005/8/layout/list1"/>
    <dgm:cxn modelId="{1E27F58A-A36B-7948-A027-2C01446E61E7}" type="presParOf" srcId="{007FF2A1-43FE-7545-A1AA-17EFF2F3B162}" destId="{8EA4F2FA-342C-B746-BB0A-40F2332B7445}" srcOrd="1" destOrd="0" presId="urn:microsoft.com/office/officeart/2005/8/layout/list1"/>
    <dgm:cxn modelId="{5C129B82-DE60-6742-B9EB-6F4E560EC09F}" type="presParOf" srcId="{B4544B5E-E472-B544-9F8B-9CAE14190ED1}" destId="{45127350-32D2-E841-AAD1-DFD3F8355503}" srcOrd="1" destOrd="0" presId="urn:microsoft.com/office/officeart/2005/8/layout/list1"/>
    <dgm:cxn modelId="{F777C0DC-78EC-C847-B89D-26D9E26B2DF4}" type="presParOf" srcId="{B4544B5E-E472-B544-9F8B-9CAE14190ED1}" destId="{8E92C4CA-99F1-8745-9F75-50EA76917831}" srcOrd="2" destOrd="0" presId="urn:microsoft.com/office/officeart/2005/8/layout/list1"/>
    <dgm:cxn modelId="{47F62540-E56C-814F-9566-16ABD5FB871A}" type="presParOf" srcId="{B4544B5E-E472-B544-9F8B-9CAE14190ED1}" destId="{D4CADD40-7ADE-0946-A2DC-B80A1937E589}" srcOrd="3" destOrd="0" presId="urn:microsoft.com/office/officeart/2005/8/layout/list1"/>
    <dgm:cxn modelId="{E7D86F05-58DB-7748-8652-CE54CE3F25BB}" type="presParOf" srcId="{B4544B5E-E472-B544-9F8B-9CAE14190ED1}" destId="{EE5B423F-6FB3-1A4B-9116-8FC085FC348F}" srcOrd="4" destOrd="0" presId="urn:microsoft.com/office/officeart/2005/8/layout/list1"/>
    <dgm:cxn modelId="{97679BDC-C2A4-8241-B75D-151148ECF290}" type="presParOf" srcId="{EE5B423F-6FB3-1A4B-9116-8FC085FC348F}" destId="{5DBFEFF2-BC7F-F944-8331-029443A02194}" srcOrd="0" destOrd="0" presId="urn:microsoft.com/office/officeart/2005/8/layout/list1"/>
    <dgm:cxn modelId="{04ED440B-0A5A-9B4D-8BEB-EBC1CBB2D41A}" type="presParOf" srcId="{EE5B423F-6FB3-1A4B-9116-8FC085FC348F}" destId="{A4CC73C8-B46C-6849-A5B5-ADB80EC2E9A8}" srcOrd="1" destOrd="0" presId="urn:microsoft.com/office/officeart/2005/8/layout/list1"/>
    <dgm:cxn modelId="{8B951611-7DF5-5341-99BB-BE65B8FB75B0}" type="presParOf" srcId="{B4544B5E-E472-B544-9F8B-9CAE14190ED1}" destId="{C1E95781-4CA3-204D-84AE-6E049608C51A}" srcOrd="5" destOrd="0" presId="urn:microsoft.com/office/officeart/2005/8/layout/list1"/>
    <dgm:cxn modelId="{29B81CA3-D659-6143-9F00-6BD86DA265E3}" type="presParOf" srcId="{B4544B5E-E472-B544-9F8B-9CAE14190ED1}" destId="{E93EF604-86C8-BC44-9023-A081DCBB02B2}" srcOrd="6" destOrd="0" presId="urn:microsoft.com/office/officeart/2005/8/layout/list1"/>
    <dgm:cxn modelId="{540832BA-9057-2449-BC89-0F8823AB28D2}" type="presParOf" srcId="{B4544B5E-E472-B544-9F8B-9CAE14190ED1}" destId="{7E1CB2B3-B5E2-0149-926B-307F784ED1B9}" srcOrd="7" destOrd="0" presId="urn:microsoft.com/office/officeart/2005/8/layout/list1"/>
    <dgm:cxn modelId="{2E10E4DE-8BEF-4A4A-8C88-EA182E17535F}" type="presParOf" srcId="{B4544B5E-E472-B544-9F8B-9CAE14190ED1}" destId="{4BDEF16D-9222-C443-AB8A-1A2426837905}" srcOrd="8" destOrd="0" presId="urn:microsoft.com/office/officeart/2005/8/layout/list1"/>
    <dgm:cxn modelId="{92064DA8-6302-ED43-A9FC-74E4EBDA1BEF}" type="presParOf" srcId="{4BDEF16D-9222-C443-AB8A-1A2426837905}" destId="{712DD629-450F-404B-8202-496BEE1E3CFA}" srcOrd="0" destOrd="0" presId="urn:microsoft.com/office/officeart/2005/8/layout/list1"/>
    <dgm:cxn modelId="{67D5CF62-D2EB-2D46-8A31-AF35C7364143}" type="presParOf" srcId="{4BDEF16D-9222-C443-AB8A-1A2426837905}" destId="{3F6EA1CC-07BF-4F43-950B-782D5171E6DF}" srcOrd="1" destOrd="0" presId="urn:microsoft.com/office/officeart/2005/8/layout/list1"/>
    <dgm:cxn modelId="{EA5392D5-0FD1-5345-AF88-26FA9ED0F0E3}" type="presParOf" srcId="{B4544B5E-E472-B544-9F8B-9CAE14190ED1}" destId="{10429F89-A930-0C4F-A85D-676AFFDB4D7D}" srcOrd="9" destOrd="0" presId="urn:microsoft.com/office/officeart/2005/8/layout/list1"/>
    <dgm:cxn modelId="{8171C7F8-1340-7642-9D46-72296F8208BE}" type="presParOf" srcId="{B4544B5E-E472-B544-9F8B-9CAE14190ED1}" destId="{3CEFF7A7-C139-6E49-86E1-EAE3B77C8CD2}" srcOrd="10" destOrd="0" presId="urn:microsoft.com/office/officeart/2005/8/layout/list1"/>
    <dgm:cxn modelId="{BA86206D-58BC-464E-9135-348E4469FBA3}" type="presParOf" srcId="{B4544B5E-E472-B544-9F8B-9CAE14190ED1}" destId="{98033BD9-DE4D-1B42-A28A-0542C3CE768E}" srcOrd="11" destOrd="0" presId="urn:microsoft.com/office/officeart/2005/8/layout/list1"/>
    <dgm:cxn modelId="{4AF34EC3-3F1F-4C42-AE9C-B4156ED92E85}" type="presParOf" srcId="{B4544B5E-E472-B544-9F8B-9CAE14190ED1}" destId="{51C33007-3739-AA4A-A8E7-028B60CD331B}" srcOrd="12" destOrd="0" presId="urn:microsoft.com/office/officeart/2005/8/layout/list1"/>
    <dgm:cxn modelId="{4BACBCA5-4F59-9D44-9A49-5F17C55F4021}" type="presParOf" srcId="{51C33007-3739-AA4A-A8E7-028B60CD331B}" destId="{45FD0540-0F13-D343-B46A-984CB42D466A}" srcOrd="0" destOrd="0" presId="urn:microsoft.com/office/officeart/2005/8/layout/list1"/>
    <dgm:cxn modelId="{CCDB50B1-79D9-8442-B0BC-158A513DC9EF}" type="presParOf" srcId="{51C33007-3739-AA4A-A8E7-028B60CD331B}" destId="{B68504C7-4AED-4349-982E-A6DD59D94498}" srcOrd="1" destOrd="0" presId="urn:microsoft.com/office/officeart/2005/8/layout/list1"/>
    <dgm:cxn modelId="{53BBF34C-E9EE-C44B-BC29-2ED2202B2BD1}" type="presParOf" srcId="{B4544B5E-E472-B544-9F8B-9CAE14190ED1}" destId="{11262E07-7FFA-A847-8D44-F38A312EE1BE}" srcOrd="13" destOrd="0" presId="urn:microsoft.com/office/officeart/2005/8/layout/list1"/>
    <dgm:cxn modelId="{2191A4A6-50AC-624A-AD3B-5F69934743F7}" type="presParOf" srcId="{B4544B5E-E472-B544-9F8B-9CAE14190ED1}" destId="{BBC7B579-7096-7047-B83D-29DE36221127}" srcOrd="14" destOrd="0" presId="urn:microsoft.com/office/officeart/2005/8/layout/list1"/>
    <dgm:cxn modelId="{E86D4260-4237-4E40-A2B8-F0CDE14D6C8D}" type="presParOf" srcId="{B4544B5E-E472-B544-9F8B-9CAE14190ED1}" destId="{8BA62EAE-BB05-F64F-899E-1EFBAEEE1D00}" srcOrd="15" destOrd="0" presId="urn:microsoft.com/office/officeart/2005/8/layout/list1"/>
    <dgm:cxn modelId="{028104CA-905D-3D49-A2C2-5EE7CF7337BF}" type="presParOf" srcId="{B4544B5E-E472-B544-9F8B-9CAE14190ED1}" destId="{7FA5D2E6-5FD4-C644-9862-88A365344E94}" srcOrd="16" destOrd="0" presId="urn:microsoft.com/office/officeart/2005/8/layout/list1"/>
    <dgm:cxn modelId="{5AB51CA5-1EDD-B145-8278-234BFACF03AE}" type="presParOf" srcId="{7FA5D2E6-5FD4-C644-9862-88A365344E94}" destId="{B242B208-3B54-E24F-B151-21F78BE0D34D}" srcOrd="0" destOrd="0" presId="urn:microsoft.com/office/officeart/2005/8/layout/list1"/>
    <dgm:cxn modelId="{23420B1E-84CE-5C4E-9021-035159E57FE4}" type="presParOf" srcId="{7FA5D2E6-5FD4-C644-9862-88A365344E94}" destId="{7DBF99F0-0A60-3344-90B4-9F4BF1FB7DB5}" srcOrd="1" destOrd="0" presId="urn:microsoft.com/office/officeart/2005/8/layout/list1"/>
    <dgm:cxn modelId="{FE21BF52-E8A1-9D4E-B949-F84FCD7DFCC3}" type="presParOf" srcId="{B4544B5E-E472-B544-9F8B-9CAE14190ED1}" destId="{5E6B597E-F06B-C941-958D-79869FC05AAA}" srcOrd="17" destOrd="0" presId="urn:microsoft.com/office/officeart/2005/8/layout/list1"/>
    <dgm:cxn modelId="{F5FA0037-4CBE-D941-978F-D04A006F9934}" type="presParOf" srcId="{B4544B5E-E472-B544-9F8B-9CAE14190ED1}" destId="{FBEE578F-A33D-6E47-AF38-7CBE3C231628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0FD35A7-12FF-4110-B1D7-7A545BC39BF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39318E9-8CE9-4301-B769-91E8EABD06E6}">
      <dgm:prSet/>
      <dgm:spPr/>
      <dgm:t>
        <a:bodyPr/>
        <a:lstStyle/>
        <a:p>
          <a:r>
            <a:rPr lang="en-US" dirty="0"/>
            <a:t>Unified AI framework</a:t>
          </a:r>
        </a:p>
      </dgm:t>
    </dgm:pt>
    <dgm:pt modelId="{454D8C70-7571-49AB-B862-F498B14ADF18}" type="parTrans" cxnId="{F4F79EC3-5FDD-49A8-AB95-70D4CDD8B440}">
      <dgm:prSet/>
      <dgm:spPr/>
      <dgm:t>
        <a:bodyPr/>
        <a:lstStyle/>
        <a:p>
          <a:endParaRPr lang="en-US"/>
        </a:p>
      </dgm:t>
    </dgm:pt>
    <dgm:pt modelId="{4519D5E2-342A-4E6C-BF47-DAB9818CAE73}" type="sibTrans" cxnId="{F4F79EC3-5FDD-49A8-AB95-70D4CDD8B440}">
      <dgm:prSet/>
      <dgm:spPr/>
      <dgm:t>
        <a:bodyPr/>
        <a:lstStyle/>
        <a:p>
          <a:endParaRPr lang="en-US"/>
        </a:p>
      </dgm:t>
    </dgm:pt>
    <dgm:pt modelId="{5FE7FACC-DB0C-4B38-AD26-65E272F7B8D9}">
      <dgm:prSet/>
      <dgm:spPr/>
      <dgm:t>
        <a:bodyPr/>
        <a:lstStyle/>
        <a:p>
          <a:r>
            <a:rPr lang="en-US" dirty="0"/>
            <a:t>Explainable QA decisions</a:t>
          </a:r>
        </a:p>
      </dgm:t>
    </dgm:pt>
    <dgm:pt modelId="{27A3C5EC-C60E-4673-B4EE-7B44C3636E93}" type="parTrans" cxnId="{B400AA48-A29E-48BD-9335-D287A5AE90FE}">
      <dgm:prSet/>
      <dgm:spPr/>
      <dgm:t>
        <a:bodyPr/>
        <a:lstStyle/>
        <a:p>
          <a:endParaRPr lang="en-US"/>
        </a:p>
      </dgm:t>
    </dgm:pt>
    <dgm:pt modelId="{55677AC8-5EF5-48AA-BF21-0ABE2D2190C7}" type="sibTrans" cxnId="{B400AA48-A29E-48BD-9335-D287A5AE90FE}">
      <dgm:prSet/>
      <dgm:spPr/>
      <dgm:t>
        <a:bodyPr/>
        <a:lstStyle/>
        <a:p>
          <a:endParaRPr lang="en-US"/>
        </a:p>
      </dgm:t>
    </dgm:pt>
    <dgm:pt modelId="{E92040E6-3D9D-4950-82DD-361A58AC05BB}">
      <dgm:prSet/>
      <dgm:spPr/>
      <dgm:t>
        <a:bodyPr/>
        <a:lstStyle/>
        <a:p>
          <a:r>
            <a:rPr lang="en-US"/>
            <a:t>Benchmarking standards</a:t>
          </a:r>
        </a:p>
      </dgm:t>
    </dgm:pt>
    <dgm:pt modelId="{88C1D31F-BFFA-4A3D-B29F-A608B0726AC3}" type="parTrans" cxnId="{1B033414-5C4A-4CCB-A642-DD8063859C42}">
      <dgm:prSet/>
      <dgm:spPr/>
      <dgm:t>
        <a:bodyPr/>
        <a:lstStyle/>
        <a:p>
          <a:endParaRPr lang="en-US"/>
        </a:p>
      </dgm:t>
    </dgm:pt>
    <dgm:pt modelId="{56FC8E26-5A1C-4C39-8109-28B55B10AE22}" type="sibTrans" cxnId="{1B033414-5C4A-4CCB-A642-DD8063859C42}">
      <dgm:prSet/>
      <dgm:spPr/>
      <dgm:t>
        <a:bodyPr/>
        <a:lstStyle/>
        <a:p>
          <a:endParaRPr lang="en-US"/>
        </a:p>
      </dgm:t>
    </dgm:pt>
    <dgm:pt modelId="{E4577409-0C6E-48E3-B8EF-A948CFCA3BCD}">
      <dgm:prSet/>
      <dgm:spPr/>
      <dgm:t>
        <a:bodyPr/>
        <a:lstStyle/>
        <a:p>
          <a:r>
            <a:rPr lang="en-US" dirty="0"/>
            <a:t>CI/CD integration</a:t>
          </a:r>
        </a:p>
      </dgm:t>
    </dgm:pt>
    <dgm:pt modelId="{7A1960E0-0A7F-4732-B84D-E1E1E563D57F}" type="parTrans" cxnId="{A8D7A119-C137-4FAA-850E-9DF0B4A37A19}">
      <dgm:prSet/>
      <dgm:spPr/>
      <dgm:t>
        <a:bodyPr/>
        <a:lstStyle/>
        <a:p>
          <a:endParaRPr lang="en-US"/>
        </a:p>
      </dgm:t>
    </dgm:pt>
    <dgm:pt modelId="{7111940B-F5F0-419F-923E-3DAA215BAFCE}" type="sibTrans" cxnId="{A8D7A119-C137-4FAA-850E-9DF0B4A37A19}">
      <dgm:prSet/>
      <dgm:spPr/>
      <dgm:t>
        <a:bodyPr/>
        <a:lstStyle/>
        <a:p>
          <a:endParaRPr lang="en-US"/>
        </a:p>
      </dgm:t>
    </dgm:pt>
    <dgm:pt modelId="{54D50A24-686F-4F3F-B384-318B59B9649E}" type="pres">
      <dgm:prSet presAssocID="{60FD35A7-12FF-4110-B1D7-7A545BC39BFC}" presName="root" presStyleCnt="0">
        <dgm:presLayoutVars>
          <dgm:dir/>
          <dgm:resizeHandles val="exact"/>
        </dgm:presLayoutVars>
      </dgm:prSet>
      <dgm:spPr/>
    </dgm:pt>
    <dgm:pt modelId="{6C1ADFA6-E6F7-405E-A194-884C9F5B049C}" type="pres">
      <dgm:prSet presAssocID="{B39318E9-8CE9-4301-B769-91E8EABD06E6}" presName="compNode" presStyleCnt="0"/>
      <dgm:spPr/>
    </dgm:pt>
    <dgm:pt modelId="{2CCF49C6-E82F-4EC5-B0FA-819D2B4176F1}" type="pres">
      <dgm:prSet presAssocID="{B39318E9-8CE9-4301-B769-91E8EABD06E6}" presName="bgRect" presStyleLbl="bgShp" presStyleIdx="0" presStyleCnt="4"/>
      <dgm:spPr/>
    </dgm:pt>
    <dgm:pt modelId="{B77C088A-E5D1-4948-9D85-6A79600AD935}" type="pres">
      <dgm:prSet presAssocID="{B39318E9-8CE9-4301-B769-91E8EABD06E6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5A6AF294-2378-4F64-A891-9E9C218F439D}" type="pres">
      <dgm:prSet presAssocID="{B39318E9-8CE9-4301-B769-91E8EABD06E6}" presName="spaceRect" presStyleCnt="0"/>
      <dgm:spPr/>
    </dgm:pt>
    <dgm:pt modelId="{45B0AB25-10DA-43D2-A92A-7BF8E2D9D014}" type="pres">
      <dgm:prSet presAssocID="{B39318E9-8CE9-4301-B769-91E8EABD06E6}" presName="parTx" presStyleLbl="revTx" presStyleIdx="0" presStyleCnt="4">
        <dgm:presLayoutVars>
          <dgm:chMax val="0"/>
          <dgm:chPref val="0"/>
        </dgm:presLayoutVars>
      </dgm:prSet>
      <dgm:spPr/>
    </dgm:pt>
    <dgm:pt modelId="{A405D1DF-323C-4977-8FD7-CE688E945533}" type="pres">
      <dgm:prSet presAssocID="{4519D5E2-342A-4E6C-BF47-DAB9818CAE73}" presName="sibTrans" presStyleCnt="0"/>
      <dgm:spPr/>
    </dgm:pt>
    <dgm:pt modelId="{7D38467A-ED22-462A-8622-8C122FCEB05C}" type="pres">
      <dgm:prSet presAssocID="{5FE7FACC-DB0C-4B38-AD26-65E272F7B8D9}" presName="compNode" presStyleCnt="0"/>
      <dgm:spPr/>
    </dgm:pt>
    <dgm:pt modelId="{46EFC39B-6BC5-49C3-8E79-269D6FD7BE3C}" type="pres">
      <dgm:prSet presAssocID="{5FE7FACC-DB0C-4B38-AD26-65E272F7B8D9}" presName="bgRect" presStyleLbl="bgShp" presStyleIdx="1" presStyleCnt="4"/>
      <dgm:spPr/>
    </dgm:pt>
    <dgm:pt modelId="{5DD71A65-CC9D-4EF2-AAB9-D14AA7CC4282}" type="pres">
      <dgm:prSet presAssocID="{5FE7FACC-DB0C-4B38-AD26-65E272F7B8D9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EA2838F-86D4-4386-9995-9556294622F0}" type="pres">
      <dgm:prSet presAssocID="{5FE7FACC-DB0C-4B38-AD26-65E272F7B8D9}" presName="spaceRect" presStyleCnt="0"/>
      <dgm:spPr/>
    </dgm:pt>
    <dgm:pt modelId="{4A07C746-0366-42B4-B857-7BC0F01A5ACD}" type="pres">
      <dgm:prSet presAssocID="{5FE7FACC-DB0C-4B38-AD26-65E272F7B8D9}" presName="parTx" presStyleLbl="revTx" presStyleIdx="1" presStyleCnt="4">
        <dgm:presLayoutVars>
          <dgm:chMax val="0"/>
          <dgm:chPref val="0"/>
        </dgm:presLayoutVars>
      </dgm:prSet>
      <dgm:spPr/>
    </dgm:pt>
    <dgm:pt modelId="{1EBE23AB-3154-407D-BA5F-ACB902E24B60}" type="pres">
      <dgm:prSet presAssocID="{55677AC8-5EF5-48AA-BF21-0ABE2D2190C7}" presName="sibTrans" presStyleCnt="0"/>
      <dgm:spPr/>
    </dgm:pt>
    <dgm:pt modelId="{A998A40A-F901-4AC1-AB4A-B9EDCB1A495D}" type="pres">
      <dgm:prSet presAssocID="{E92040E6-3D9D-4950-82DD-361A58AC05BB}" presName="compNode" presStyleCnt="0"/>
      <dgm:spPr/>
    </dgm:pt>
    <dgm:pt modelId="{DF75944A-52BA-4319-BE7D-A1F1966297C9}" type="pres">
      <dgm:prSet presAssocID="{E92040E6-3D9D-4950-82DD-361A58AC05BB}" presName="bgRect" presStyleLbl="bgShp" presStyleIdx="2" presStyleCnt="4"/>
      <dgm:spPr/>
    </dgm:pt>
    <dgm:pt modelId="{89D484CC-2173-412A-B25D-523E134848D3}" type="pres">
      <dgm:prSet presAssocID="{E92040E6-3D9D-4950-82DD-361A58AC05BB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C57960C7-0642-4A24-A6C7-153D5721F9BC}" type="pres">
      <dgm:prSet presAssocID="{E92040E6-3D9D-4950-82DD-361A58AC05BB}" presName="spaceRect" presStyleCnt="0"/>
      <dgm:spPr/>
    </dgm:pt>
    <dgm:pt modelId="{80C750C8-6E1C-4C38-9395-5976F1F658AD}" type="pres">
      <dgm:prSet presAssocID="{E92040E6-3D9D-4950-82DD-361A58AC05BB}" presName="parTx" presStyleLbl="revTx" presStyleIdx="2" presStyleCnt="4">
        <dgm:presLayoutVars>
          <dgm:chMax val="0"/>
          <dgm:chPref val="0"/>
        </dgm:presLayoutVars>
      </dgm:prSet>
      <dgm:spPr/>
    </dgm:pt>
    <dgm:pt modelId="{A98E3BBC-9F8D-4F13-8BC7-5D24FED09B06}" type="pres">
      <dgm:prSet presAssocID="{56FC8E26-5A1C-4C39-8109-28B55B10AE22}" presName="sibTrans" presStyleCnt="0"/>
      <dgm:spPr/>
    </dgm:pt>
    <dgm:pt modelId="{58A9C7A8-038C-47C8-9759-33E42AFB6409}" type="pres">
      <dgm:prSet presAssocID="{E4577409-0C6E-48E3-B8EF-A948CFCA3BCD}" presName="compNode" presStyleCnt="0"/>
      <dgm:spPr/>
    </dgm:pt>
    <dgm:pt modelId="{8D7F0ECC-3978-4C82-9853-590984AF6D15}" type="pres">
      <dgm:prSet presAssocID="{E4577409-0C6E-48E3-B8EF-A948CFCA3BCD}" presName="bgRect" presStyleLbl="bgShp" presStyleIdx="3" presStyleCnt="4"/>
      <dgm:spPr/>
    </dgm:pt>
    <dgm:pt modelId="{31A360C3-09FD-494E-914A-1F0AA9A67B6B}" type="pres">
      <dgm:prSet presAssocID="{E4577409-0C6E-48E3-B8EF-A948CFCA3BCD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C55F50A-D1A4-4416-B1C5-3E3360D395C7}" type="pres">
      <dgm:prSet presAssocID="{E4577409-0C6E-48E3-B8EF-A948CFCA3BCD}" presName="spaceRect" presStyleCnt="0"/>
      <dgm:spPr/>
    </dgm:pt>
    <dgm:pt modelId="{3C773106-D551-437C-8B44-E84BFB1FE652}" type="pres">
      <dgm:prSet presAssocID="{E4577409-0C6E-48E3-B8EF-A948CFCA3BC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1109003-CCB1-4E05-BF09-4E8B319C0B6F}" type="presOf" srcId="{60FD35A7-12FF-4110-B1D7-7A545BC39BFC}" destId="{54D50A24-686F-4F3F-B384-318B59B9649E}" srcOrd="0" destOrd="0" presId="urn:microsoft.com/office/officeart/2018/2/layout/IconVerticalSolidList"/>
    <dgm:cxn modelId="{1B033414-5C4A-4CCB-A642-DD8063859C42}" srcId="{60FD35A7-12FF-4110-B1D7-7A545BC39BFC}" destId="{E92040E6-3D9D-4950-82DD-361A58AC05BB}" srcOrd="2" destOrd="0" parTransId="{88C1D31F-BFFA-4A3D-B29F-A608B0726AC3}" sibTransId="{56FC8E26-5A1C-4C39-8109-28B55B10AE22}"/>
    <dgm:cxn modelId="{A8D7A119-C137-4FAA-850E-9DF0B4A37A19}" srcId="{60FD35A7-12FF-4110-B1D7-7A545BC39BFC}" destId="{E4577409-0C6E-48E3-B8EF-A948CFCA3BCD}" srcOrd="3" destOrd="0" parTransId="{7A1960E0-0A7F-4732-B84D-E1E1E563D57F}" sibTransId="{7111940B-F5F0-419F-923E-3DAA215BAFCE}"/>
    <dgm:cxn modelId="{D442A644-5990-43FB-A1D7-D3C0661F4A94}" type="presOf" srcId="{E92040E6-3D9D-4950-82DD-361A58AC05BB}" destId="{80C750C8-6E1C-4C38-9395-5976F1F658AD}" srcOrd="0" destOrd="0" presId="urn:microsoft.com/office/officeart/2018/2/layout/IconVerticalSolidList"/>
    <dgm:cxn modelId="{B400AA48-A29E-48BD-9335-D287A5AE90FE}" srcId="{60FD35A7-12FF-4110-B1D7-7A545BC39BFC}" destId="{5FE7FACC-DB0C-4B38-AD26-65E272F7B8D9}" srcOrd="1" destOrd="0" parTransId="{27A3C5EC-C60E-4673-B4EE-7B44C3636E93}" sibTransId="{55677AC8-5EF5-48AA-BF21-0ABE2D2190C7}"/>
    <dgm:cxn modelId="{449E345C-B3FC-4A2D-8297-181282CF4324}" type="presOf" srcId="{B39318E9-8CE9-4301-B769-91E8EABD06E6}" destId="{45B0AB25-10DA-43D2-A92A-7BF8E2D9D014}" srcOrd="0" destOrd="0" presId="urn:microsoft.com/office/officeart/2018/2/layout/IconVerticalSolidList"/>
    <dgm:cxn modelId="{BA83C8AF-24C0-4E89-9B18-F256FCE164B8}" type="presOf" srcId="{5FE7FACC-DB0C-4B38-AD26-65E272F7B8D9}" destId="{4A07C746-0366-42B4-B857-7BC0F01A5ACD}" srcOrd="0" destOrd="0" presId="urn:microsoft.com/office/officeart/2018/2/layout/IconVerticalSolidList"/>
    <dgm:cxn modelId="{F4F79EC3-5FDD-49A8-AB95-70D4CDD8B440}" srcId="{60FD35A7-12FF-4110-B1D7-7A545BC39BFC}" destId="{B39318E9-8CE9-4301-B769-91E8EABD06E6}" srcOrd="0" destOrd="0" parTransId="{454D8C70-7571-49AB-B862-F498B14ADF18}" sibTransId="{4519D5E2-342A-4E6C-BF47-DAB9818CAE73}"/>
    <dgm:cxn modelId="{DA9170DC-76CD-4AF4-A7C5-E3CF135AE6D4}" type="presOf" srcId="{E4577409-0C6E-48E3-B8EF-A948CFCA3BCD}" destId="{3C773106-D551-437C-8B44-E84BFB1FE652}" srcOrd="0" destOrd="0" presId="urn:microsoft.com/office/officeart/2018/2/layout/IconVerticalSolidList"/>
    <dgm:cxn modelId="{41F3FE2E-FC4B-49C7-845B-17755F64FF74}" type="presParOf" srcId="{54D50A24-686F-4F3F-B384-318B59B9649E}" destId="{6C1ADFA6-E6F7-405E-A194-884C9F5B049C}" srcOrd="0" destOrd="0" presId="urn:microsoft.com/office/officeart/2018/2/layout/IconVerticalSolidList"/>
    <dgm:cxn modelId="{03CFD8C8-FDC6-4692-895A-61EFAE634F9D}" type="presParOf" srcId="{6C1ADFA6-E6F7-405E-A194-884C9F5B049C}" destId="{2CCF49C6-E82F-4EC5-B0FA-819D2B4176F1}" srcOrd="0" destOrd="0" presId="urn:microsoft.com/office/officeart/2018/2/layout/IconVerticalSolidList"/>
    <dgm:cxn modelId="{DFEA5FC9-531A-4AF1-BEE6-ADC6519A0A02}" type="presParOf" srcId="{6C1ADFA6-E6F7-405E-A194-884C9F5B049C}" destId="{B77C088A-E5D1-4948-9D85-6A79600AD935}" srcOrd="1" destOrd="0" presId="urn:microsoft.com/office/officeart/2018/2/layout/IconVerticalSolidList"/>
    <dgm:cxn modelId="{ED063A9D-82A8-46BC-B1AE-873690CAB07D}" type="presParOf" srcId="{6C1ADFA6-E6F7-405E-A194-884C9F5B049C}" destId="{5A6AF294-2378-4F64-A891-9E9C218F439D}" srcOrd="2" destOrd="0" presId="urn:microsoft.com/office/officeart/2018/2/layout/IconVerticalSolidList"/>
    <dgm:cxn modelId="{71F91D75-6698-4A00-9DBD-8233A41B7B30}" type="presParOf" srcId="{6C1ADFA6-E6F7-405E-A194-884C9F5B049C}" destId="{45B0AB25-10DA-43D2-A92A-7BF8E2D9D014}" srcOrd="3" destOrd="0" presId="urn:microsoft.com/office/officeart/2018/2/layout/IconVerticalSolidList"/>
    <dgm:cxn modelId="{30072967-0418-4A3A-AEF1-9A57C3B88AB9}" type="presParOf" srcId="{54D50A24-686F-4F3F-B384-318B59B9649E}" destId="{A405D1DF-323C-4977-8FD7-CE688E945533}" srcOrd="1" destOrd="0" presId="urn:microsoft.com/office/officeart/2018/2/layout/IconVerticalSolidList"/>
    <dgm:cxn modelId="{83664E73-1434-4C99-9E85-D36496A48F48}" type="presParOf" srcId="{54D50A24-686F-4F3F-B384-318B59B9649E}" destId="{7D38467A-ED22-462A-8622-8C122FCEB05C}" srcOrd="2" destOrd="0" presId="urn:microsoft.com/office/officeart/2018/2/layout/IconVerticalSolidList"/>
    <dgm:cxn modelId="{3A994AEC-F06A-46A0-A6FE-84C49174CE99}" type="presParOf" srcId="{7D38467A-ED22-462A-8622-8C122FCEB05C}" destId="{46EFC39B-6BC5-49C3-8E79-269D6FD7BE3C}" srcOrd="0" destOrd="0" presId="urn:microsoft.com/office/officeart/2018/2/layout/IconVerticalSolidList"/>
    <dgm:cxn modelId="{D07D1A85-B25B-4BD0-8982-265BD19EEC81}" type="presParOf" srcId="{7D38467A-ED22-462A-8622-8C122FCEB05C}" destId="{5DD71A65-CC9D-4EF2-AAB9-D14AA7CC4282}" srcOrd="1" destOrd="0" presId="urn:microsoft.com/office/officeart/2018/2/layout/IconVerticalSolidList"/>
    <dgm:cxn modelId="{B475E697-8DFE-4E97-AFCF-4E16F494DBF9}" type="presParOf" srcId="{7D38467A-ED22-462A-8622-8C122FCEB05C}" destId="{FEA2838F-86D4-4386-9995-9556294622F0}" srcOrd="2" destOrd="0" presId="urn:microsoft.com/office/officeart/2018/2/layout/IconVerticalSolidList"/>
    <dgm:cxn modelId="{E4138381-5B78-4FA1-B931-4AF1D430C0E4}" type="presParOf" srcId="{7D38467A-ED22-462A-8622-8C122FCEB05C}" destId="{4A07C746-0366-42B4-B857-7BC0F01A5ACD}" srcOrd="3" destOrd="0" presId="urn:microsoft.com/office/officeart/2018/2/layout/IconVerticalSolidList"/>
    <dgm:cxn modelId="{086E1699-13A7-4718-93F5-B6D47E2C179D}" type="presParOf" srcId="{54D50A24-686F-4F3F-B384-318B59B9649E}" destId="{1EBE23AB-3154-407D-BA5F-ACB902E24B60}" srcOrd="3" destOrd="0" presId="urn:microsoft.com/office/officeart/2018/2/layout/IconVerticalSolidList"/>
    <dgm:cxn modelId="{8577F697-12D9-48CF-9691-87B4B17D56D2}" type="presParOf" srcId="{54D50A24-686F-4F3F-B384-318B59B9649E}" destId="{A998A40A-F901-4AC1-AB4A-B9EDCB1A495D}" srcOrd="4" destOrd="0" presId="urn:microsoft.com/office/officeart/2018/2/layout/IconVerticalSolidList"/>
    <dgm:cxn modelId="{A784803F-C42B-4C0A-A9A8-6F688601DD06}" type="presParOf" srcId="{A998A40A-F901-4AC1-AB4A-B9EDCB1A495D}" destId="{DF75944A-52BA-4319-BE7D-A1F1966297C9}" srcOrd="0" destOrd="0" presId="urn:microsoft.com/office/officeart/2018/2/layout/IconVerticalSolidList"/>
    <dgm:cxn modelId="{B5065A82-63F5-40BE-908B-2B049599040F}" type="presParOf" srcId="{A998A40A-F901-4AC1-AB4A-B9EDCB1A495D}" destId="{89D484CC-2173-412A-B25D-523E134848D3}" srcOrd="1" destOrd="0" presId="urn:microsoft.com/office/officeart/2018/2/layout/IconVerticalSolidList"/>
    <dgm:cxn modelId="{72CA212F-BF8A-4CEB-8E40-8F6BC11A79BE}" type="presParOf" srcId="{A998A40A-F901-4AC1-AB4A-B9EDCB1A495D}" destId="{C57960C7-0642-4A24-A6C7-153D5721F9BC}" srcOrd="2" destOrd="0" presId="urn:microsoft.com/office/officeart/2018/2/layout/IconVerticalSolidList"/>
    <dgm:cxn modelId="{174AB27D-2CD6-4C32-95C4-71604755D136}" type="presParOf" srcId="{A998A40A-F901-4AC1-AB4A-B9EDCB1A495D}" destId="{80C750C8-6E1C-4C38-9395-5976F1F658AD}" srcOrd="3" destOrd="0" presId="urn:microsoft.com/office/officeart/2018/2/layout/IconVerticalSolidList"/>
    <dgm:cxn modelId="{534F4D6D-DB9A-456B-A847-84610082BAF1}" type="presParOf" srcId="{54D50A24-686F-4F3F-B384-318B59B9649E}" destId="{A98E3BBC-9F8D-4F13-8BC7-5D24FED09B06}" srcOrd="5" destOrd="0" presId="urn:microsoft.com/office/officeart/2018/2/layout/IconVerticalSolidList"/>
    <dgm:cxn modelId="{DF61D8C5-26FC-4704-AE82-06188174ED9D}" type="presParOf" srcId="{54D50A24-686F-4F3F-B384-318B59B9649E}" destId="{58A9C7A8-038C-47C8-9759-33E42AFB6409}" srcOrd="6" destOrd="0" presId="urn:microsoft.com/office/officeart/2018/2/layout/IconVerticalSolidList"/>
    <dgm:cxn modelId="{67E7C75C-68F3-4504-BAD8-9B52584B5B9D}" type="presParOf" srcId="{58A9C7A8-038C-47C8-9759-33E42AFB6409}" destId="{8D7F0ECC-3978-4C82-9853-590984AF6D15}" srcOrd="0" destOrd="0" presId="urn:microsoft.com/office/officeart/2018/2/layout/IconVerticalSolidList"/>
    <dgm:cxn modelId="{894C5DBD-7797-48DD-9D1B-4F394E30D08E}" type="presParOf" srcId="{58A9C7A8-038C-47C8-9759-33E42AFB6409}" destId="{31A360C3-09FD-494E-914A-1F0AA9A67B6B}" srcOrd="1" destOrd="0" presId="urn:microsoft.com/office/officeart/2018/2/layout/IconVerticalSolidList"/>
    <dgm:cxn modelId="{076140ED-55A5-43A9-8A5C-F98CF263EB6A}" type="presParOf" srcId="{58A9C7A8-038C-47C8-9759-33E42AFB6409}" destId="{2C55F50A-D1A4-4416-B1C5-3E3360D395C7}" srcOrd="2" destOrd="0" presId="urn:microsoft.com/office/officeart/2018/2/layout/IconVerticalSolidList"/>
    <dgm:cxn modelId="{DFF8CA12-0F8E-492B-9D7A-14BFF1D3FA3F}" type="presParOf" srcId="{58A9C7A8-038C-47C8-9759-33E42AFB6409}" destId="{3C773106-D551-437C-8B44-E84BFB1FE65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E20954-9131-43A0-9E88-5E40C9AF061B}">
      <dsp:nvSpPr>
        <dsp:cNvPr id="0" name=""/>
        <dsp:cNvSpPr/>
      </dsp:nvSpPr>
      <dsp:spPr>
        <a:xfrm>
          <a:off x="0" y="2288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E18026-33D4-4C2F-806D-35B4C2026A90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30CE80-20D6-421E-9809-AAD3C40FC1AE}">
      <dsp:nvSpPr>
        <dsp:cNvPr id="0" name=""/>
        <dsp:cNvSpPr/>
      </dsp:nvSpPr>
      <dsp:spPr>
        <a:xfrm>
          <a:off x="1339618" y="2288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Manual Testing: slow, error-prone</a:t>
          </a:r>
        </a:p>
      </dsp:txBody>
      <dsp:txXfrm>
        <a:off x="1339618" y="2288"/>
        <a:ext cx="3433549" cy="1159843"/>
      </dsp:txXfrm>
    </dsp:sp>
    <dsp:sp modelId="{03EE2828-0F63-403E-B6BD-D8C41CE82CA3}">
      <dsp:nvSpPr>
        <dsp:cNvPr id="0" name=""/>
        <dsp:cNvSpPr/>
      </dsp:nvSpPr>
      <dsp:spPr>
        <a:xfrm>
          <a:off x="0" y="1452092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812501-A474-4530-B9A2-873192DAEF20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CFD46D-D30D-49AE-B98E-30C4002C5525}">
      <dsp:nvSpPr>
        <dsp:cNvPr id="0" name=""/>
        <dsp:cNvSpPr/>
      </dsp:nvSpPr>
      <dsp:spPr>
        <a:xfrm>
          <a:off x="1339618" y="1452092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Automation: faster but brittle</a:t>
          </a:r>
        </a:p>
      </dsp:txBody>
      <dsp:txXfrm>
        <a:off x="1339618" y="1452092"/>
        <a:ext cx="3433549" cy="1159843"/>
      </dsp:txXfrm>
    </dsp:sp>
    <dsp:sp modelId="{C82B1692-C637-4698-92ED-591D8938CAD3}">
      <dsp:nvSpPr>
        <dsp:cNvPr id="0" name=""/>
        <dsp:cNvSpPr/>
      </dsp:nvSpPr>
      <dsp:spPr>
        <a:xfrm>
          <a:off x="0" y="2901896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B99E9B-32D9-44E5-A316-91023EE060C7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554C74-7B5A-4450-82FF-2995338BF0E3}">
      <dsp:nvSpPr>
        <dsp:cNvPr id="0" name=""/>
        <dsp:cNvSpPr/>
      </dsp:nvSpPr>
      <dsp:spPr>
        <a:xfrm>
          <a:off x="1339618" y="2901896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AI Testing: adaptive, intelligent</a:t>
          </a:r>
        </a:p>
      </dsp:txBody>
      <dsp:txXfrm>
        <a:off x="1339618" y="2901896"/>
        <a:ext cx="3433549" cy="1159843"/>
      </dsp:txXfrm>
    </dsp:sp>
    <dsp:sp modelId="{69755471-2234-4652-BDDF-A1334DFEB054}">
      <dsp:nvSpPr>
        <dsp:cNvPr id="0" name=""/>
        <dsp:cNvSpPr/>
      </dsp:nvSpPr>
      <dsp:spPr>
        <a:xfrm>
          <a:off x="0" y="4351700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6E999B-B970-4B85-9CB3-9605DD0B96CC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F469EE-102F-4BEC-943B-BE29EA1E5393}">
      <dsp:nvSpPr>
        <dsp:cNvPr id="0" name=""/>
        <dsp:cNvSpPr/>
      </dsp:nvSpPr>
      <dsp:spPr>
        <a:xfrm>
          <a:off x="1339618" y="4351700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Need: Explainable + CI/CD integrated system</a:t>
          </a:r>
        </a:p>
      </dsp:txBody>
      <dsp:txXfrm>
        <a:off x="1339618" y="4351700"/>
        <a:ext cx="3433549" cy="11598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73F28D-0B49-E645-8D91-762D0A2C31C8}">
      <dsp:nvSpPr>
        <dsp:cNvPr id="0" name=""/>
        <dsp:cNvSpPr/>
      </dsp:nvSpPr>
      <dsp:spPr>
        <a:xfrm>
          <a:off x="2196" y="1546637"/>
          <a:ext cx="1568047" cy="99571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43BD28-23AB-B745-B06A-943768A36DF5}">
      <dsp:nvSpPr>
        <dsp:cNvPr id="0" name=""/>
        <dsp:cNvSpPr/>
      </dsp:nvSpPr>
      <dsp:spPr>
        <a:xfrm>
          <a:off x="176423" y="1712153"/>
          <a:ext cx="1568047" cy="9957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No standard benchmarks</a:t>
          </a:r>
        </a:p>
      </dsp:txBody>
      <dsp:txXfrm>
        <a:off x="205586" y="1741316"/>
        <a:ext cx="1509721" cy="937384"/>
      </dsp:txXfrm>
    </dsp:sp>
    <dsp:sp modelId="{EAE8A201-ECA7-BC48-9279-CB56D0E7AB88}">
      <dsp:nvSpPr>
        <dsp:cNvPr id="0" name=""/>
        <dsp:cNvSpPr/>
      </dsp:nvSpPr>
      <dsp:spPr>
        <a:xfrm>
          <a:off x="1918698" y="1546637"/>
          <a:ext cx="1568047" cy="99571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39CC82-4139-AA4B-8DD9-20EB9D9025DC}">
      <dsp:nvSpPr>
        <dsp:cNvPr id="0" name=""/>
        <dsp:cNvSpPr/>
      </dsp:nvSpPr>
      <dsp:spPr>
        <a:xfrm>
          <a:off x="2092926" y="1712153"/>
          <a:ext cx="1568047" cy="9957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Black-box AI decisions</a:t>
          </a:r>
        </a:p>
      </dsp:txBody>
      <dsp:txXfrm>
        <a:off x="2122089" y="1741316"/>
        <a:ext cx="1509721" cy="937384"/>
      </dsp:txXfrm>
    </dsp:sp>
    <dsp:sp modelId="{E54D8B1D-3E09-EB4C-B073-B5AFD2CFD106}">
      <dsp:nvSpPr>
        <dsp:cNvPr id="0" name=""/>
        <dsp:cNvSpPr/>
      </dsp:nvSpPr>
      <dsp:spPr>
        <a:xfrm>
          <a:off x="3835201" y="1546637"/>
          <a:ext cx="1568047" cy="99571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876DC0-6BA1-ED43-914D-302CADF82933}">
      <dsp:nvSpPr>
        <dsp:cNvPr id="0" name=""/>
        <dsp:cNvSpPr/>
      </dsp:nvSpPr>
      <dsp:spPr>
        <a:xfrm>
          <a:off x="4009428" y="1712153"/>
          <a:ext cx="1568047" cy="9957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Weak CI/CD integration</a:t>
          </a:r>
        </a:p>
      </dsp:txBody>
      <dsp:txXfrm>
        <a:off x="4038591" y="1741316"/>
        <a:ext cx="1509721" cy="937384"/>
      </dsp:txXfrm>
    </dsp:sp>
    <dsp:sp modelId="{624A65E0-A0A5-B841-A297-77C7C7C62AF2}">
      <dsp:nvSpPr>
        <dsp:cNvPr id="0" name=""/>
        <dsp:cNvSpPr/>
      </dsp:nvSpPr>
      <dsp:spPr>
        <a:xfrm>
          <a:off x="5751703" y="1546637"/>
          <a:ext cx="1568047" cy="99571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70D0E2-4151-DF45-9A9A-71CAD96E249C}">
      <dsp:nvSpPr>
        <dsp:cNvPr id="0" name=""/>
        <dsp:cNvSpPr/>
      </dsp:nvSpPr>
      <dsp:spPr>
        <a:xfrm>
          <a:off x="5925931" y="1712153"/>
          <a:ext cx="1568047" cy="9957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Limited validation</a:t>
          </a:r>
        </a:p>
      </dsp:txBody>
      <dsp:txXfrm>
        <a:off x="5955094" y="1741316"/>
        <a:ext cx="1509721" cy="93738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4DB349-906C-6742-B4EE-72F8D83D4B51}">
      <dsp:nvSpPr>
        <dsp:cNvPr id="0" name=""/>
        <dsp:cNvSpPr/>
      </dsp:nvSpPr>
      <dsp:spPr>
        <a:xfrm>
          <a:off x="0" y="1677"/>
          <a:ext cx="760775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F19B9C-EDAE-AA4C-818B-1AE83A7584F9}">
      <dsp:nvSpPr>
        <dsp:cNvPr id="0" name=""/>
        <dsp:cNvSpPr/>
      </dsp:nvSpPr>
      <dsp:spPr>
        <a:xfrm>
          <a:off x="0" y="1677"/>
          <a:ext cx="7607751" cy="572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How to benchmark AI testing?</a:t>
          </a:r>
        </a:p>
      </dsp:txBody>
      <dsp:txXfrm>
        <a:off x="0" y="1677"/>
        <a:ext cx="7607751" cy="572029"/>
      </dsp:txXfrm>
    </dsp:sp>
    <dsp:sp modelId="{CB0174B1-0CE1-B141-8F29-B318461B2F07}">
      <dsp:nvSpPr>
        <dsp:cNvPr id="0" name=""/>
        <dsp:cNvSpPr/>
      </dsp:nvSpPr>
      <dsp:spPr>
        <a:xfrm>
          <a:off x="0" y="573706"/>
          <a:ext cx="760775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082F4C-923A-1D4D-98C1-9C56841A168C}">
      <dsp:nvSpPr>
        <dsp:cNvPr id="0" name=""/>
        <dsp:cNvSpPr/>
      </dsp:nvSpPr>
      <dsp:spPr>
        <a:xfrm>
          <a:off x="0" y="573706"/>
          <a:ext cx="7607751" cy="572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How to improve explainability?</a:t>
          </a:r>
        </a:p>
      </dsp:txBody>
      <dsp:txXfrm>
        <a:off x="0" y="573706"/>
        <a:ext cx="7607751" cy="572029"/>
      </dsp:txXfrm>
    </dsp:sp>
    <dsp:sp modelId="{C93983BA-612F-E14B-8E58-F5540CD4EF6D}">
      <dsp:nvSpPr>
        <dsp:cNvPr id="0" name=""/>
        <dsp:cNvSpPr/>
      </dsp:nvSpPr>
      <dsp:spPr>
        <a:xfrm>
          <a:off x="0" y="1145736"/>
          <a:ext cx="760775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EAD6FF-ABF9-4441-9070-20E923779910}">
      <dsp:nvSpPr>
        <dsp:cNvPr id="0" name=""/>
        <dsp:cNvSpPr/>
      </dsp:nvSpPr>
      <dsp:spPr>
        <a:xfrm>
          <a:off x="0" y="1145736"/>
          <a:ext cx="7607751" cy="572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Which XAI methods are best?</a:t>
          </a:r>
        </a:p>
      </dsp:txBody>
      <dsp:txXfrm>
        <a:off x="0" y="1145736"/>
        <a:ext cx="7607751" cy="572029"/>
      </dsp:txXfrm>
    </dsp:sp>
    <dsp:sp modelId="{989E726A-E34F-CA4E-996C-D931DFE6DF50}">
      <dsp:nvSpPr>
        <dsp:cNvPr id="0" name=""/>
        <dsp:cNvSpPr/>
      </dsp:nvSpPr>
      <dsp:spPr>
        <a:xfrm>
          <a:off x="0" y="1717765"/>
          <a:ext cx="760775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872456-DC32-CE49-A9A6-6AA08F62FADF}">
      <dsp:nvSpPr>
        <dsp:cNvPr id="0" name=""/>
        <dsp:cNvSpPr/>
      </dsp:nvSpPr>
      <dsp:spPr>
        <a:xfrm>
          <a:off x="0" y="1717765"/>
          <a:ext cx="7607751" cy="572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Can we unify testing tasks?</a:t>
          </a:r>
        </a:p>
      </dsp:txBody>
      <dsp:txXfrm>
        <a:off x="0" y="1717765"/>
        <a:ext cx="7607751" cy="572029"/>
      </dsp:txXfrm>
    </dsp:sp>
    <dsp:sp modelId="{63A934A7-53A9-1641-B086-3BBF4D0E88D9}">
      <dsp:nvSpPr>
        <dsp:cNvPr id="0" name=""/>
        <dsp:cNvSpPr/>
      </dsp:nvSpPr>
      <dsp:spPr>
        <a:xfrm>
          <a:off x="0" y="2289794"/>
          <a:ext cx="760775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358977-4170-4E41-947B-2BB596C538B3}">
      <dsp:nvSpPr>
        <dsp:cNvPr id="0" name=""/>
        <dsp:cNvSpPr/>
      </dsp:nvSpPr>
      <dsp:spPr>
        <a:xfrm>
          <a:off x="0" y="2289794"/>
          <a:ext cx="7607751" cy="572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Does it outperform baselines?</a:t>
          </a:r>
        </a:p>
      </dsp:txBody>
      <dsp:txXfrm>
        <a:off x="0" y="2289794"/>
        <a:ext cx="7607751" cy="572029"/>
      </dsp:txXfrm>
    </dsp:sp>
    <dsp:sp modelId="{0E4EFA27-5400-CB41-8E86-F63F71AE4E06}">
      <dsp:nvSpPr>
        <dsp:cNvPr id="0" name=""/>
        <dsp:cNvSpPr/>
      </dsp:nvSpPr>
      <dsp:spPr>
        <a:xfrm>
          <a:off x="0" y="2861824"/>
          <a:ext cx="760775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C6133C-111A-C545-ACF6-2ADB8AE2C7E1}">
      <dsp:nvSpPr>
        <dsp:cNvPr id="0" name=""/>
        <dsp:cNvSpPr/>
      </dsp:nvSpPr>
      <dsp:spPr>
        <a:xfrm>
          <a:off x="0" y="2861824"/>
          <a:ext cx="7607751" cy="572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How to integrate CI/CD?</a:t>
          </a:r>
        </a:p>
      </dsp:txBody>
      <dsp:txXfrm>
        <a:off x="0" y="2861824"/>
        <a:ext cx="7607751" cy="57202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12EDB9-1869-8E4F-A47E-63B5DC0E7678}">
      <dsp:nvSpPr>
        <dsp:cNvPr id="0" name=""/>
        <dsp:cNvSpPr/>
      </dsp:nvSpPr>
      <dsp:spPr>
        <a:xfrm>
          <a:off x="2369600" y="817458"/>
          <a:ext cx="51337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3376" y="45720"/>
              </a:lnTo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12689" y="860459"/>
        <a:ext cx="27198" cy="5439"/>
      </dsp:txXfrm>
    </dsp:sp>
    <dsp:sp modelId="{A6098E6D-60DF-B34D-9BE6-16FC5DC59A88}">
      <dsp:nvSpPr>
        <dsp:cNvPr id="0" name=""/>
        <dsp:cNvSpPr/>
      </dsp:nvSpPr>
      <dsp:spPr>
        <a:xfrm>
          <a:off x="6282" y="153643"/>
          <a:ext cx="2365117" cy="141907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93" tIns="121650" rIns="115893" bIns="12165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Defect Prediction</a:t>
          </a:r>
        </a:p>
      </dsp:txBody>
      <dsp:txXfrm>
        <a:off x="6282" y="153643"/>
        <a:ext cx="2365117" cy="1419070"/>
      </dsp:txXfrm>
    </dsp:sp>
    <dsp:sp modelId="{4412DA83-4CF5-6940-9F03-31E8ED2742E0}">
      <dsp:nvSpPr>
        <dsp:cNvPr id="0" name=""/>
        <dsp:cNvSpPr/>
      </dsp:nvSpPr>
      <dsp:spPr>
        <a:xfrm>
          <a:off x="5278694" y="817458"/>
          <a:ext cx="51337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3376" y="45720"/>
              </a:lnTo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521783" y="860459"/>
        <a:ext cx="27198" cy="5439"/>
      </dsp:txXfrm>
    </dsp:sp>
    <dsp:sp modelId="{88D3BDFD-49DC-474E-8807-B98827256CE2}">
      <dsp:nvSpPr>
        <dsp:cNvPr id="0" name=""/>
        <dsp:cNvSpPr/>
      </dsp:nvSpPr>
      <dsp:spPr>
        <a:xfrm>
          <a:off x="2915376" y="153643"/>
          <a:ext cx="2365117" cy="141907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93" tIns="121650" rIns="115893" bIns="12165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Test Prioritization</a:t>
          </a:r>
        </a:p>
      </dsp:txBody>
      <dsp:txXfrm>
        <a:off x="2915376" y="153643"/>
        <a:ext cx="2365117" cy="1419070"/>
      </dsp:txXfrm>
    </dsp:sp>
    <dsp:sp modelId="{59D1765A-79E9-174B-91B6-50121BDD640A}">
      <dsp:nvSpPr>
        <dsp:cNvPr id="0" name=""/>
        <dsp:cNvSpPr/>
      </dsp:nvSpPr>
      <dsp:spPr>
        <a:xfrm>
          <a:off x="1188841" y="1570914"/>
          <a:ext cx="5818187" cy="513376"/>
        </a:xfrm>
        <a:custGeom>
          <a:avLst/>
          <a:gdLst/>
          <a:ahLst/>
          <a:cxnLst/>
          <a:rect l="0" t="0" r="0" b="0"/>
          <a:pathLst>
            <a:path>
              <a:moveTo>
                <a:pt x="5818187" y="0"/>
              </a:moveTo>
              <a:lnTo>
                <a:pt x="5818187" y="273788"/>
              </a:lnTo>
              <a:lnTo>
                <a:pt x="0" y="273788"/>
              </a:lnTo>
              <a:lnTo>
                <a:pt x="0" y="513376"/>
              </a:lnTo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951846" y="1824882"/>
        <a:ext cx="292178" cy="5439"/>
      </dsp:txXfrm>
    </dsp:sp>
    <dsp:sp modelId="{BB460D08-116F-5348-B184-DCDEDE7C2BAA}">
      <dsp:nvSpPr>
        <dsp:cNvPr id="0" name=""/>
        <dsp:cNvSpPr/>
      </dsp:nvSpPr>
      <dsp:spPr>
        <a:xfrm>
          <a:off x="5824470" y="153643"/>
          <a:ext cx="2365117" cy="141907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93" tIns="121650" rIns="115893" bIns="12165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Self-Healing</a:t>
          </a:r>
        </a:p>
      </dsp:txBody>
      <dsp:txXfrm>
        <a:off x="5824470" y="153643"/>
        <a:ext cx="2365117" cy="1419070"/>
      </dsp:txXfrm>
    </dsp:sp>
    <dsp:sp modelId="{88B15A66-297A-4D49-8AC4-4E448D4CFBD5}">
      <dsp:nvSpPr>
        <dsp:cNvPr id="0" name=""/>
        <dsp:cNvSpPr/>
      </dsp:nvSpPr>
      <dsp:spPr>
        <a:xfrm>
          <a:off x="2369600" y="2780506"/>
          <a:ext cx="51337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3376" y="45720"/>
              </a:lnTo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12689" y="2823506"/>
        <a:ext cx="27198" cy="5439"/>
      </dsp:txXfrm>
    </dsp:sp>
    <dsp:sp modelId="{62E60182-B20B-954E-8661-FB10D485BFF5}">
      <dsp:nvSpPr>
        <dsp:cNvPr id="0" name=""/>
        <dsp:cNvSpPr/>
      </dsp:nvSpPr>
      <dsp:spPr>
        <a:xfrm>
          <a:off x="6282" y="2116690"/>
          <a:ext cx="2365117" cy="141907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93" tIns="121650" rIns="115893" bIns="12165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Test Generation</a:t>
          </a:r>
        </a:p>
      </dsp:txBody>
      <dsp:txXfrm>
        <a:off x="6282" y="2116690"/>
        <a:ext cx="2365117" cy="1419070"/>
      </dsp:txXfrm>
    </dsp:sp>
    <dsp:sp modelId="{B4B512DB-93E1-2D4E-8A30-13D9AAA476A2}">
      <dsp:nvSpPr>
        <dsp:cNvPr id="0" name=""/>
        <dsp:cNvSpPr/>
      </dsp:nvSpPr>
      <dsp:spPr>
        <a:xfrm>
          <a:off x="5278694" y="2780506"/>
          <a:ext cx="51337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3376" y="45720"/>
              </a:lnTo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521783" y="2823506"/>
        <a:ext cx="27198" cy="5439"/>
      </dsp:txXfrm>
    </dsp:sp>
    <dsp:sp modelId="{392BF5FA-2FDC-5A44-8272-392C748A059B}">
      <dsp:nvSpPr>
        <dsp:cNvPr id="0" name=""/>
        <dsp:cNvSpPr/>
      </dsp:nvSpPr>
      <dsp:spPr>
        <a:xfrm>
          <a:off x="2915376" y="2116690"/>
          <a:ext cx="2365117" cy="141907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93" tIns="121650" rIns="115893" bIns="12165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Explainability Layer</a:t>
          </a:r>
        </a:p>
      </dsp:txBody>
      <dsp:txXfrm>
        <a:off x="2915376" y="2116690"/>
        <a:ext cx="2365117" cy="1419070"/>
      </dsp:txXfrm>
    </dsp:sp>
    <dsp:sp modelId="{5289F5CD-2952-8A4F-9E03-6A49ECBF80E8}">
      <dsp:nvSpPr>
        <dsp:cNvPr id="0" name=""/>
        <dsp:cNvSpPr/>
      </dsp:nvSpPr>
      <dsp:spPr>
        <a:xfrm>
          <a:off x="5824470" y="2116690"/>
          <a:ext cx="2365117" cy="141907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93" tIns="121650" rIns="115893" bIns="12165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CI/CD Integration</a:t>
          </a:r>
        </a:p>
      </dsp:txBody>
      <dsp:txXfrm>
        <a:off x="5824470" y="2116690"/>
        <a:ext cx="2365117" cy="141907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C4E9D4-7965-6F40-86E8-6BD58C23346C}">
      <dsp:nvSpPr>
        <dsp:cNvPr id="0" name=""/>
        <dsp:cNvSpPr/>
      </dsp:nvSpPr>
      <dsp:spPr>
        <a:xfrm>
          <a:off x="0" y="55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3249D2-F65A-144A-816F-38F6FC9E1781}">
      <dsp:nvSpPr>
        <dsp:cNvPr id="0" name=""/>
        <dsp:cNvSpPr/>
      </dsp:nvSpPr>
      <dsp:spPr>
        <a:xfrm>
          <a:off x="0" y="552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Literature review</a:t>
          </a:r>
        </a:p>
      </dsp:txBody>
      <dsp:txXfrm>
        <a:off x="0" y="552"/>
        <a:ext cx="8229600" cy="904971"/>
      </dsp:txXfrm>
    </dsp:sp>
    <dsp:sp modelId="{D8AEAF05-1478-3249-B4A2-D2629044C515}">
      <dsp:nvSpPr>
        <dsp:cNvPr id="0" name=""/>
        <dsp:cNvSpPr/>
      </dsp:nvSpPr>
      <dsp:spPr>
        <a:xfrm>
          <a:off x="0" y="905524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2371C4-D51F-AB4B-BD19-C872FDAEA2C8}">
      <dsp:nvSpPr>
        <dsp:cNvPr id="0" name=""/>
        <dsp:cNvSpPr/>
      </dsp:nvSpPr>
      <dsp:spPr>
        <a:xfrm>
          <a:off x="0" y="905524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Dataset preparation</a:t>
          </a:r>
        </a:p>
      </dsp:txBody>
      <dsp:txXfrm>
        <a:off x="0" y="905524"/>
        <a:ext cx="8229600" cy="904971"/>
      </dsp:txXfrm>
    </dsp:sp>
    <dsp:sp modelId="{F3A0FDC0-B453-4A44-BA08-E34BE89C8972}">
      <dsp:nvSpPr>
        <dsp:cNvPr id="0" name=""/>
        <dsp:cNvSpPr/>
      </dsp:nvSpPr>
      <dsp:spPr>
        <a:xfrm>
          <a:off x="0" y="1810495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176D4F-3351-C240-91E2-D71320FA05DA}">
      <dsp:nvSpPr>
        <dsp:cNvPr id="0" name=""/>
        <dsp:cNvSpPr/>
      </dsp:nvSpPr>
      <dsp:spPr>
        <a:xfrm>
          <a:off x="0" y="1810495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Model development</a:t>
          </a:r>
        </a:p>
      </dsp:txBody>
      <dsp:txXfrm>
        <a:off x="0" y="1810495"/>
        <a:ext cx="8229600" cy="904971"/>
      </dsp:txXfrm>
    </dsp:sp>
    <dsp:sp modelId="{0F8981E8-8307-9A44-A384-4ECE1F64A6C5}">
      <dsp:nvSpPr>
        <dsp:cNvPr id="0" name=""/>
        <dsp:cNvSpPr/>
      </dsp:nvSpPr>
      <dsp:spPr>
        <a:xfrm>
          <a:off x="0" y="2715467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831E8B-9F62-5248-B62B-FE70BEFC769E}">
      <dsp:nvSpPr>
        <dsp:cNvPr id="0" name=""/>
        <dsp:cNvSpPr/>
      </dsp:nvSpPr>
      <dsp:spPr>
        <a:xfrm>
          <a:off x="0" y="2715467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Apply SHAP/LIME</a:t>
          </a:r>
        </a:p>
      </dsp:txBody>
      <dsp:txXfrm>
        <a:off x="0" y="2715467"/>
        <a:ext cx="8229600" cy="904971"/>
      </dsp:txXfrm>
    </dsp:sp>
    <dsp:sp modelId="{7D304174-7D81-7349-B89B-AA1977D0362F}">
      <dsp:nvSpPr>
        <dsp:cNvPr id="0" name=""/>
        <dsp:cNvSpPr/>
      </dsp:nvSpPr>
      <dsp:spPr>
        <a:xfrm>
          <a:off x="0" y="3620438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CFE45B-087C-C24A-A1C9-C5E8BF38425A}">
      <dsp:nvSpPr>
        <dsp:cNvPr id="0" name=""/>
        <dsp:cNvSpPr/>
      </dsp:nvSpPr>
      <dsp:spPr>
        <a:xfrm>
          <a:off x="0" y="3620438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Evaluation &amp; comparison</a:t>
          </a:r>
        </a:p>
      </dsp:txBody>
      <dsp:txXfrm>
        <a:off x="0" y="3620438"/>
        <a:ext cx="8229600" cy="90497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92C4CA-99F1-8745-9F75-50EA76917831}">
      <dsp:nvSpPr>
        <dsp:cNvPr id="0" name=""/>
        <dsp:cNvSpPr/>
      </dsp:nvSpPr>
      <dsp:spPr>
        <a:xfrm>
          <a:off x="0" y="344181"/>
          <a:ext cx="8229600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A4F2FA-342C-B746-BB0A-40F2332B7445}">
      <dsp:nvSpPr>
        <dsp:cNvPr id="0" name=""/>
        <dsp:cNvSpPr/>
      </dsp:nvSpPr>
      <dsp:spPr>
        <a:xfrm>
          <a:off x="411480" y="48981"/>
          <a:ext cx="5760720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Defects4J</a:t>
          </a:r>
        </a:p>
      </dsp:txBody>
      <dsp:txXfrm>
        <a:off x="440301" y="77802"/>
        <a:ext cx="5703078" cy="532758"/>
      </dsp:txXfrm>
    </dsp:sp>
    <dsp:sp modelId="{E93EF604-86C8-BC44-9023-A081DCBB02B2}">
      <dsp:nvSpPr>
        <dsp:cNvPr id="0" name=""/>
        <dsp:cNvSpPr/>
      </dsp:nvSpPr>
      <dsp:spPr>
        <a:xfrm>
          <a:off x="0" y="1251381"/>
          <a:ext cx="8229600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CC73C8-B46C-6849-A5B5-ADB80EC2E9A8}">
      <dsp:nvSpPr>
        <dsp:cNvPr id="0" name=""/>
        <dsp:cNvSpPr/>
      </dsp:nvSpPr>
      <dsp:spPr>
        <a:xfrm>
          <a:off x="411480" y="956181"/>
          <a:ext cx="5760720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Bears Benchmark</a:t>
          </a:r>
        </a:p>
      </dsp:txBody>
      <dsp:txXfrm>
        <a:off x="440301" y="985002"/>
        <a:ext cx="5703078" cy="532758"/>
      </dsp:txXfrm>
    </dsp:sp>
    <dsp:sp modelId="{3CEFF7A7-C139-6E49-86E1-EAE3B77C8CD2}">
      <dsp:nvSpPr>
        <dsp:cNvPr id="0" name=""/>
        <dsp:cNvSpPr/>
      </dsp:nvSpPr>
      <dsp:spPr>
        <a:xfrm>
          <a:off x="0" y="2158581"/>
          <a:ext cx="8229600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6EA1CC-07BF-4F43-950B-782D5171E6DF}">
      <dsp:nvSpPr>
        <dsp:cNvPr id="0" name=""/>
        <dsp:cNvSpPr/>
      </dsp:nvSpPr>
      <dsp:spPr>
        <a:xfrm>
          <a:off x="411480" y="1863381"/>
          <a:ext cx="5760720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AEEEM</a:t>
          </a:r>
        </a:p>
      </dsp:txBody>
      <dsp:txXfrm>
        <a:off x="440301" y="1892202"/>
        <a:ext cx="5703078" cy="532758"/>
      </dsp:txXfrm>
    </dsp:sp>
    <dsp:sp modelId="{BBC7B579-7096-7047-B83D-29DE36221127}">
      <dsp:nvSpPr>
        <dsp:cNvPr id="0" name=""/>
        <dsp:cNvSpPr/>
      </dsp:nvSpPr>
      <dsp:spPr>
        <a:xfrm>
          <a:off x="0" y="3065781"/>
          <a:ext cx="8229600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8504C7-4AED-4349-982E-A6DD59D94498}">
      <dsp:nvSpPr>
        <dsp:cNvPr id="0" name=""/>
        <dsp:cNvSpPr/>
      </dsp:nvSpPr>
      <dsp:spPr>
        <a:xfrm>
          <a:off x="411480" y="2770581"/>
          <a:ext cx="5760720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PROMISE</a:t>
          </a:r>
        </a:p>
      </dsp:txBody>
      <dsp:txXfrm>
        <a:off x="440301" y="2799402"/>
        <a:ext cx="5703078" cy="532758"/>
      </dsp:txXfrm>
    </dsp:sp>
    <dsp:sp modelId="{FBEE578F-A33D-6E47-AF38-7CBE3C231628}">
      <dsp:nvSpPr>
        <dsp:cNvPr id="0" name=""/>
        <dsp:cNvSpPr/>
      </dsp:nvSpPr>
      <dsp:spPr>
        <a:xfrm>
          <a:off x="0" y="3972981"/>
          <a:ext cx="8229600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BF99F0-0A60-3344-90B4-9F4BF1FB7DB5}">
      <dsp:nvSpPr>
        <dsp:cNvPr id="0" name=""/>
        <dsp:cNvSpPr/>
      </dsp:nvSpPr>
      <dsp:spPr>
        <a:xfrm>
          <a:off x="411480" y="3677781"/>
          <a:ext cx="5760720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GitHub datasets</a:t>
          </a:r>
        </a:p>
      </dsp:txBody>
      <dsp:txXfrm>
        <a:off x="440301" y="3706602"/>
        <a:ext cx="5703078" cy="53275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CF49C6-E82F-4EC5-B0FA-819D2B4176F1}">
      <dsp:nvSpPr>
        <dsp:cNvPr id="0" name=""/>
        <dsp:cNvSpPr/>
      </dsp:nvSpPr>
      <dsp:spPr>
        <a:xfrm>
          <a:off x="0" y="231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7C088A-E5D1-4948-9D85-6A79600AD935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B0AB25-10DA-43D2-A92A-7BF8E2D9D014}">
      <dsp:nvSpPr>
        <dsp:cNvPr id="0" name=""/>
        <dsp:cNvSpPr/>
      </dsp:nvSpPr>
      <dsp:spPr>
        <a:xfrm>
          <a:off x="1357965" y="231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Unified AI framework</a:t>
          </a:r>
        </a:p>
      </dsp:txBody>
      <dsp:txXfrm>
        <a:off x="1357965" y="2319"/>
        <a:ext cx="3325983" cy="1175727"/>
      </dsp:txXfrm>
    </dsp:sp>
    <dsp:sp modelId="{46EFC39B-6BC5-49C3-8E79-269D6FD7BE3C}">
      <dsp:nvSpPr>
        <dsp:cNvPr id="0" name=""/>
        <dsp:cNvSpPr/>
      </dsp:nvSpPr>
      <dsp:spPr>
        <a:xfrm>
          <a:off x="0" y="147197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D71A65-CC9D-4EF2-AAB9-D14AA7CC4282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07C746-0366-42B4-B857-7BC0F01A5ACD}">
      <dsp:nvSpPr>
        <dsp:cNvPr id="0" name=""/>
        <dsp:cNvSpPr/>
      </dsp:nvSpPr>
      <dsp:spPr>
        <a:xfrm>
          <a:off x="1357965" y="147197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Explainable QA decisions</a:t>
          </a:r>
        </a:p>
      </dsp:txBody>
      <dsp:txXfrm>
        <a:off x="1357965" y="1471979"/>
        <a:ext cx="3325983" cy="1175727"/>
      </dsp:txXfrm>
    </dsp:sp>
    <dsp:sp modelId="{DF75944A-52BA-4319-BE7D-A1F1966297C9}">
      <dsp:nvSpPr>
        <dsp:cNvPr id="0" name=""/>
        <dsp:cNvSpPr/>
      </dsp:nvSpPr>
      <dsp:spPr>
        <a:xfrm>
          <a:off x="0" y="294163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D484CC-2173-412A-B25D-523E134848D3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C750C8-6E1C-4C38-9395-5976F1F658AD}">
      <dsp:nvSpPr>
        <dsp:cNvPr id="0" name=""/>
        <dsp:cNvSpPr/>
      </dsp:nvSpPr>
      <dsp:spPr>
        <a:xfrm>
          <a:off x="1357965" y="294163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Benchmarking standards</a:t>
          </a:r>
        </a:p>
      </dsp:txBody>
      <dsp:txXfrm>
        <a:off x="1357965" y="2941639"/>
        <a:ext cx="3325983" cy="1175727"/>
      </dsp:txXfrm>
    </dsp:sp>
    <dsp:sp modelId="{8D7F0ECC-3978-4C82-9853-590984AF6D15}">
      <dsp:nvSpPr>
        <dsp:cNvPr id="0" name=""/>
        <dsp:cNvSpPr/>
      </dsp:nvSpPr>
      <dsp:spPr>
        <a:xfrm>
          <a:off x="0" y="441129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A360C3-09FD-494E-914A-1F0AA9A67B6B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773106-D551-437C-8B44-E84BFB1FE652}">
      <dsp:nvSpPr>
        <dsp:cNvPr id="0" name=""/>
        <dsp:cNvSpPr/>
      </dsp:nvSpPr>
      <dsp:spPr>
        <a:xfrm>
          <a:off x="1357965" y="441129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CI/CD integration</a:t>
          </a:r>
        </a:p>
      </dsp:txBody>
      <dsp:txXfrm>
        <a:off x="1357965" y="4411299"/>
        <a:ext cx="3325983" cy="11757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E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5D6C57-5803-1F47-8B00-8EFBAA79D852}" type="datetimeFigureOut">
              <a:rPr lang="en-EG" smtClean="0"/>
              <a:t>20/04/2026</a:t>
            </a:fld>
            <a:endParaRPr lang="en-E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E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55164-C27B-2B44-A43D-1F0ECDBCDF92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395815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Software testing has evolved through several stages, from manual testing to automation, and more recently to AI-based testing.”</a:t>
            </a:r>
          </a:p>
          <a:p>
            <a:br>
              <a:rPr lang="en-EG" dirty="0"/>
            </a:br>
            <a:endParaRPr lang="en-EG" dirty="0"/>
          </a:p>
          <a:p>
            <a:r>
              <a:rPr lang="en-EG" b="1" dirty="0"/>
              <a:t> </a:t>
            </a:r>
            <a:r>
              <a:rPr lang="en-US" b="1" dirty="0"/>
              <a:t>Manual Testing</a:t>
            </a:r>
          </a:p>
          <a:p>
            <a:r>
              <a:rPr lang="en-US" dirty="0"/>
              <a:t>“Initially, testing was performed manually, which is time-consuming, error-prone, and difficult to scale for large and complex systems.”</a:t>
            </a:r>
          </a:p>
          <a:p>
            <a:br>
              <a:rPr lang="en-US" dirty="0"/>
            </a:br>
            <a:endParaRPr lang="en-US" dirty="0"/>
          </a:p>
          <a:p>
            <a:r>
              <a:rPr lang="en-EG" b="1" dirty="0"/>
              <a:t> </a:t>
            </a:r>
            <a:r>
              <a:rPr lang="en-US" b="1" dirty="0"/>
              <a:t>Automation Testing</a:t>
            </a:r>
          </a:p>
          <a:p>
            <a:r>
              <a:rPr lang="en-US" dirty="0"/>
              <a:t>“To overcome these limitations, automation testing was introduced. While it improves speed and efficiency, it remains brittle and requires significant maintenance when systems change.”</a:t>
            </a:r>
          </a:p>
          <a:p>
            <a:br>
              <a:rPr lang="en-US" dirty="0"/>
            </a:br>
            <a:endParaRPr lang="en-US" dirty="0"/>
          </a:p>
          <a:p>
            <a:r>
              <a:rPr lang="en-EG" b="1" dirty="0"/>
              <a:t> </a:t>
            </a:r>
            <a:r>
              <a:rPr lang="en-US" b="1" dirty="0"/>
              <a:t>AI-Based Testing</a:t>
            </a:r>
          </a:p>
          <a:p>
            <a:r>
              <a:rPr lang="en-US" dirty="0"/>
              <a:t>“Recently, AI-based testing has emerged, enabling more adaptive and intelligent testing processes, such as defect prediction and self-healing automation.”</a:t>
            </a:r>
          </a:p>
          <a:p>
            <a:br>
              <a:rPr lang="en-US" dirty="0"/>
            </a:br>
            <a:endParaRPr lang="en-US" dirty="0"/>
          </a:p>
          <a:p>
            <a:r>
              <a:rPr lang="en-EG" b="1" dirty="0"/>
              <a:t> </a:t>
            </a:r>
            <a:r>
              <a:rPr lang="en-US" b="1" dirty="0"/>
              <a:t>The Need </a:t>
            </a:r>
          </a:p>
          <a:p>
            <a:r>
              <a:rPr lang="en-US" dirty="0"/>
              <a:t>“However, despite these advancements, current AI-based approaches still lack explainability and are not well integrated into CI/CD pipelines.”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“Therefore, there is a clear need for an explainable and CI/CD-integrated AI-based testing framework.”</a:t>
            </a:r>
          </a:p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55164-C27B-2B44-A43D-1F0ECDBCDF92}" type="slidenum">
              <a:rPr lang="en-EG" smtClean="0"/>
              <a:t>3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2432280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No standard benchmarks</a:t>
            </a:r>
          </a:p>
          <a:p>
            <a:r>
              <a:rPr lang="en-US" dirty="0"/>
              <a:t>“First, there is no standardized benchmarking framework. Different studies use different datasets and evaluation metrics, which makes it difficult to compare results or validate improvements.”</a:t>
            </a:r>
          </a:p>
          <a:p>
            <a:br>
              <a:rPr lang="en-US" dirty="0"/>
            </a:br>
            <a:endParaRPr lang="en-US" dirty="0"/>
          </a:p>
          <a:p>
            <a:r>
              <a:rPr lang="en-EG" b="1" dirty="0"/>
              <a:t> </a:t>
            </a:r>
            <a:r>
              <a:rPr lang="en-US" b="1" dirty="0"/>
              <a:t>Black-box AI decisions</a:t>
            </a:r>
          </a:p>
          <a:p>
            <a:r>
              <a:rPr lang="en-US" dirty="0"/>
              <a:t>“Second, most AI-based testing approaches operate as black-box models. This means testers cannot understand why a model makes a specific prediction or decision, which reduces trust and usability.”</a:t>
            </a:r>
          </a:p>
          <a:p>
            <a:br>
              <a:rPr lang="en-US" dirty="0"/>
            </a:br>
            <a:endParaRPr lang="en-US" dirty="0"/>
          </a:p>
          <a:p>
            <a:r>
              <a:rPr lang="en-EG" b="1" dirty="0"/>
              <a:t> </a:t>
            </a:r>
            <a:r>
              <a:rPr lang="en-US" b="1" dirty="0"/>
              <a:t>Weak CI/CD integration</a:t>
            </a:r>
          </a:p>
          <a:p>
            <a:r>
              <a:rPr lang="en-US" dirty="0"/>
              <a:t>“Third, many approaches are not integrated into CI/CD pipelines, making them difficult to apply in real-world software development environments.”</a:t>
            </a:r>
          </a:p>
          <a:p>
            <a:br>
              <a:rPr lang="en-US" dirty="0"/>
            </a:br>
            <a:endParaRPr lang="en-US" dirty="0"/>
          </a:p>
          <a:p>
            <a:r>
              <a:rPr lang="en-EG" b="1" dirty="0"/>
              <a:t> </a:t>
            </a:r>
            <a:r>
              <a:rPr lang="en-US" b="1" dirty="0"/>
              <a:t>Limited validation</a:t>
            </a:r>
          </a:p>
          <a:p>
            <a:r>
              <a:rPr lang="en-US" dirty="0"/>
              <a:t>“Finally, many studies rely on limited datasets and lack proper baseline comparisons, which weakens the reliability of their results.”</a:t>
            </a:r>
          </a:p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55164-C27B-2B44-A43D-1F0ECDBCDF92}" type="slidenum">
              <a:rPr lang="en-EG" smtClean="0"/>
              <a:t>4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5889005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table summarizes the reviewed studies [1–15], highlighting their main focus and limitations. As shown, most approaches address individual aspects such as explainability, CI/CD, or self-healing, but lack a unified and benchmark-driven framework</a:t>
            </a:r>
          </a:p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55164-C27B-2B44-A43D-1F0ECDBCDF92}" type="slidenum">
              <a:rPr lang="en-EG" smtClean="0"/>
              <a:t>5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6220839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EG" b="1" dirty="0"/>
              <a:t> </a:t>
            </a:r>
            <a:r>
              <a:rPr lang="en-US" b="1" dirty="0"/>
              <a:t>RQ1: How to benchmark AI testing?</a:t>
            </a:r>
            <a:br>
              <a:rPr lang="en-US" dirty="0"/>
            </a:br>
            <a:r>
              <a:rPr lang="en-US" dirty="0"/>
              <a:t>This question addresses the lack of standardized evaluation in AI-based testing. The goal is to establish a benchmark framework including datasets, metrics, and baseline models to enable fair and reproducible comparison across different approaches.”</a:t>
            </a:r>
          </a:p>
          <a:p>
            <a:r>
              <a:rPr lang="en-EG" dirty="0"/>
              <a:t> </a:t>
            </a:r>
            <a:r>
              <a:rPr lang="en-US" dirty="0"/>
              <a:t>Meaning:</a:t>
            </a:r>
          </a:p>
          <a:p>
            <a:r>
              <a:rPr lang="en-US" dirty="0"/>
              <a:t>You are solving </a:t>
            </a:r>
            <a:r>
              <a:rPr lang="en-US" b="1" dirty="0"/>
              <a:t>evaluation inconsistency</a:t>
            </a:r>
          </a:p>
          <a:p>
            <a:br>
              <a:rPr lang="en-EG" dirty="0"/>
            </a:br>
            <a:endParaRPr lang="en-EG" dirty="0"/>
          </a:p>
          <a:p>
            <a:r>
              <a:rPr lang="en-EG" b="1" dirty="0"/>
              <a:t> </a:t>
            </a:r>
            <a:r>
              <a:rPr lang="en-US" b="1" dirty="0"/>
              <a:t>RQ2: How to improve explainability?</a:t>
            </a:r>
          </a:p>
          <a:p>
            <a:r>
              <a:rPr lang="en-US" dirty="0"/>
              <a:t>“This question focuses on enhancing transparency in AI-driven testing by integrating explainable AI techniques, enabling testers to understand and trust automated decisions.”</a:t>
            </a:r>
          </a:p>
          <a:p>
            <a:r>
              <a:rPr lang="en-EG" dirty="0"/>
              <a:t> </a:t>
            </a:r>
            <a:r>
              <a:rPr lang="en-US" dirty="0"/>
              <a:t>Meaning:</a:t>
            </a:r>
          </a:p>
          <a:p>
            <a:r>
              <a:rPr lang="en-US" dirty="0"/>
              <a:t>You are solving </a:t>
            </a:r>
            <a:r>
              <a:rPr lang="en-US" b="1" dirty="0"/>
              <a:t>black-box problem</a:t>
            </a: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EG" b="1" dirty="0"/>
              <a:t> </a:t>
            </a:r>
            <a:r>
              <a:rPr lang="en-US" b="1" dirty="0"/>
              <a:t>RQ3: Which XAI methods are best?</a:t>
            </a:r>
          </a:p>
          <a:p>
            <a:r>
              <a:rPr lang="en-US" dirty="0"/>
              <a:t>“This question investigates and compares different explainability techniques to determine which methods provide the most meaningful and useful insights for software testing tasks.”</a:t>
            </a:r>
          </a:p>
          <a:p>
            <a:r>
              <a:rPr lang="en-EG" dirty="0"/>
              <a:t> </a:t>
            </a:r>
            <a:r>
              <a:rPr lang="en-US" dirty="0"/>
              <a:t>Meaning:</a:t>
            </a:r>
          </a:p>
          <a:p>
            <a:r>
              <a:rPr lang="en-US" dirty="0"/>
              <a:t>You are doing </a:t>
            </a:r>
            <a:r>
              <a:rPr lang="en-US" b="1" dirty="0"/>
              <a:t>comparative study of XAI</a:t>
            </a: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EG" b="1" dirty="0"/>
              <a:t> </a:t>
            </a:r>
            <a:r>
              <a:rPr lang="en-US" b="1" dirty="0"/>
              <a:t>RQ4: Can we unify testing tasks?</a:t>
            </a:r>
          </a:p>
          <a:p>
            <a:r>
              <a:rPr lang="en-US" b="1" dirty="0"/>
              <a:t>What you say:</a:t>
            </a:r>
          </a:p>
          <a:p>
            <a:r>
              <a:rPr lang="en-US" dirty="0"/>
              <a:t>“This question explores whether multiple testing activities—such as defect prediction, test prioritization, self-healing, and test generation—can be integrated into a single unified framework.”</a:t>
            </a:r>
          </a:p>
          <a:p>
            <a:r>
              <a:rPr lang="en-EG" dirty="0"/>
              <a:t> </a:t>
            </a:r>
            <a:r>
              <a:rPr lang="en-US" dirty="0"/>
              <a:t>Meaning:</a:t>
            </a:r>
          </a:p>
          <a:p>
            <a:r>
              <a:rPr lang="en-US" dirty="0"/>
              <a:t>You are solving </a:t>
            </a:r>
            <a:r>
              <a:rPr lang="en-US" b="1" dirty="0"/>
              <a:t>fragmentation in research</a:t>
            </a: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EG" b="1" dirty="0"/>
              <a:t> </a:t>
            </a:r>
            <a:r>
              <a:rPr lang="en-US" b="1" dirty="0"/>
              <a:t>RQ5: Does it outperform baselines?</a:t>
            </a:r>
          </a:p>
          <a:p>
            <a:r>
              <a:rPr lang="en-US" dirty="0"/>
              <a:t>“This question evaluates the effectiveness of the proposed framework by comparing it against traditional and existing AI-based approaches using standardized metrics.”</a:t>
            </a:r>
          </a:p>
          <a:p>
            <a:r>
              <a:rPr lang="en-EG" dirty="0"/>
              <a:t> </a:t>
            </a:r>
            <a:r>
              <a:rPr lang="en-US" dirty="0"/>
              <a:t>Meaning:</a:t>
            </a:r>
          </a:p>
          <a:p>
            <a:r>
              <a:rPr lang="en-US" dirty="0"/>
              <a:t>You are proving </a:t>
            </a:r>
            <a:r>
              <a:rPr lang="en-US" b="1" dirty="0"/>
              <a:t>your framework is better</a:t>
            </a: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EG" b="1" dirty="0"/>
              <a:t> </a:t>
            </a:r>
            <a:r>
              <a:rPr lang="en-US" b="1" dirty="0"/>
              <a:t>RQ6: How to integrate CI/CD?</a:t>
            </a:r>
          </a:p>
          <a:p>
            <a:r>
              <a:rPr lang="en-US" dirty="0"/>
              <a:t>“This question focuses on the practical deployment of the framework by integrating it into CI/CD pipelines to support continuous testing in real-world environments.”</a:t>
            </a:r>
          </a:p>
          <a:p>
            <a:r>
              <a:rPr lang="en-EG" dirty="0"/>
              <a:t> </a:t>
            </a:r>
            <a:r>
              <a:rPr lang="en-US" dirty="0"/>
              <a:t>Meaning:</a:t>
            </a:r>
          </a:p>
          <a:p>
            <a:r>
              <a:rPr lang="en-US" dirty="0"/>
              <a:t>You are solving </a:t>
            </a:r>
            <a:r>
              <a:rPr lang="en-US" b="1" dirty="0"/>
              <a:t>real-world applicability</a:t>
            </a:r>
            <a:endParaRPr lang="en-US" dirty="0"/>
          </a:p>
          <a:p>
            <a:br>
              <a:rPr lang="en-US" b="1" dirty="0"/>
            </a:br>
            <a:endParaRPr lang="en-US" dirty="0"/>
          </a:p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55164-C27B-2B44-A43D-1F0ECDBCDF92}" type="slidenum">
              <a:rPr lang="en-EG" smtClean="0"/>
              <a:t>7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3741391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“The proposed framework follows a layered architecture.</a:t>
            </a:r>
            <a:br>
              <a:rPr lang="en-US" dirty="0"/>
            </a:br>
            <a:r>
              <a:rPr lang="en-US" dirty="0"/>
              <a:t>The input layer collects datasets, requirements, and test logs.</a:t>
            </a:r>
            <a:br>
              <a:rPr lang="en-US" dirty="0"/>
            </a:br>
            <a:r>
              <a:rPr lang="en-US" dirty="0"/>
              <a:t>The core AI layer performs four main tasks: defect prediction, test prioritization, self-healing, and test generation.</a:t>
            </a:r>
            <a:br>
              <a:rPr lang="en-US" dirty="0"/>
            </a:br>
            <a:r>
              <a:rPr lang="en-US" dirty="0"/>
              <a:t>On top of that, we introduce an explainability and benchmarking layer to ensure transparency and evaluation.</a:t>
            </a:r>
            <a:br>
              <a:rPr lang="en-US" dirty="0"/>
            </a:br>
            <a:r>
              <a:rPr lang="en-US" dirty="0"/>
              <a:t>Finally, the system is integrated into CI/CD pipelines to support real-world deployment.”</a:t>
            </a:r>
          </a:p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55164-C27B-2B44-A43D-1F0ECDBCDF92}" type="slidenum">
              <a:rPr lang="en-EG" smtClean="0"/>
              <a:t>9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2693278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research methodology follows a structured pipeline consisting of several key stages.</a:t>
            </a:r>
          </a:p>
          <a:p>
            <a:br>
              <a:rPr lang="en-US" dirty="0"/>
            </a:br>
            <a:endParaRPr lang="en-US" dirty="0"/>
          </a:p>
          <a:p>
            <a:r>
              <a:rPr lang="en-EG" b="1" dirty="0"/>
              <a:t> 1. </a:t>
            </a:r>
            <a:r>
              <a:rPr lang="en-US" b="1" dirty="0"/>
              <a:t>Literature Review</a:t>
            </a:r>
          </a:p>
          <a:p>
            <a:r>
              <a:rPr lang="en-US" dirty="0"/>
              <a:t>“First, we conduct a comprehensive literature review to analyze existing work in AI-based software testing, explainability, and CI/CD integration. This helps identify research gaps and define the direction of the proposed framework.”</a:t>
            </a:r>
          </a:p>
          <a:p>
            <a:br>
              <a:rPr lang="en-US" dirty="0"/>
            </a:br>
            <a:endParaRPr lang="en-US" dirty="0"/>
          </a:p>
          <a:p>
            <a:r>
              <a:rPr lang="en-EG" b="1" dirty="0"/>
              <a:t> 2. </a:t>
            </a:r>
            <a:r>
              <a:rPr lang="en-US" b="1" dirty="0"/>
              <a:t>Dataset Preparation</a:t>
            </a:r>
          </a:p>
          <a:p>
            <a:r>
              <a:rPr lang="en-US" dirty="0"/>
              <a:t>“Next, we collect and prepare datasets from publicly available sources such as Defects4J and AEEEM. This includes data cleaning, feature extraction, and splitting the data into training and testing sets.”</a:t>
            </a:r>
          </a:p>
          <a:p>
            <a:br>
              <a:rPr lang="en-US" dirty="0"/>
            </a:br>
            <a:endParaRPr lang="en-US" dirty="0"/>
          </a:p>
          <a:p>
            <a:r>
              <a:rPr lang="en-EG" b="1" dirty="0"/>
              <a:t> 3. </a:t>
            </a:r>
            <a:r>
              <a:rPr lang="en-US" b="1" dirty="0"/>
              <a:t>Model Development</a:t>
            </a:r>
          </a:p>
          <a:p>
            <a:r>
              <a:rPr lang="en-US" dirty="0"/>
              <a:t>“Then, we develop machine learning models for different testing tasks, particularly defect prediction and test prioritization, using techniques such as classification algorithms.”</a:t>
            </a:r>
          </a:p>
          <a:p>
            <a:br>
              <a:rPr lang="en-US" dirty="0"/>
            </a:br>
            <a:endParaRPr lang="en-US" dirty="0"/>
          </a:p>
          <a:p>
            <a:r>
              <a:rPr lang="en-EG" b="1" dirty="0"/>
              <a:t> 4. </a:t>
            </a:r>
            <a:r>
              <a:rPr lang="en-US" b="1" dirty="0"/>
              <a:t>Apply SHAP / LIME</a:t>
            </a:r>
          </a:p>
          <a:p>
            <a:r>
              <a:rPr lang="en-US" dirty="0"/>
              <a:t>“To improve transparency, we apply explainable AI techniques such as SHAP and LIME to interpret model decisions and provide meaningful insights to software testers.”</a:t>
            </a:r>
          </a:p>
          <a:p>
            <a:endParaRPr lang="en-US" dirty="0"/>
          </a:p>
          <a:p>
            <a:r>
              <a:rPr lang="en-EG" b="1" dirty="0"/>
              <a:t> 5. </a:t>
            </a:r>
            <a:r>
              <a:rPr lang="en-US" b="1" dirty="0"/>
              <a:t>Evaluation &amp; Comparison</a:t>
            </a:r>
          </a:p>
          <a:p>
            <a:r>
              <a:rPr lang="en-US" dirty="0"/>
              <a:t>“Finally, we evaluate the proposed framework using standard metrics and compare its performance against baseline approaches to assess its effectiveness.”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“This methodology ensures that the proposed framework is not only technically effective but also interpretable, comparable, and applicable in real-world environments.”</a:t>
            </a:r>
          </a:p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55164-C27B-2B44-A43D-1F0ECDBCDF92}" type="slidenum">
              <a:rPr lang="en-EG" smtClean="0"/>
              <a:t>10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40286265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ensure robust evaluation, this research utilizes multiple publicly available datasets from software engineering and testing domains.”</a:t>
            </a:r>
          </a:p>
          <a:p>
            <a:br>
              <a:rPr lang="en-US" dirty="0"/>
            </a:br>
            <a:endParaRPr lang="en-US" dirty="0"/>
          </a:p>
          <a:p>
            <a:r>
              <a:rPr lang="en-EG" b="1" dirty="0"/>
              <a:t>🔹 </a:t>
            </a:r>
            <a:r>
              <a:rPr lang="en-US" b="1" dirty="0"/>
              <a:t>Defects4J</a:t>
            </a:r>
          </a:p>
          <a:p>
            <a:r>
              <a:rPr lang="en-US" dirty="0"/>
              <a:t>“Defects4J is a widely used benchmark dataset containing real-world Java bugs with reproducible test cases. It is mainly used for defect prediction, test generation, and self-healing experiments.”</a:t>
            </a:r>
          </a:p>
          <a:p>
            <a:br>
              <a:rPr lang="en-US" dirty="0"/>
            </a:br>
            <a:endParaRPr lang="en-US" dirty="0"/>
          </a:p>
          <a:p>
            <a:r>
              <a:rPr lang="en-EG" b="1" dirty="0"/>
              <a:t>🔹 </a:t>
            </a:r>
            <a:r>
              <a:rPr lang="en-US" b="1" dirty="0"/>
              <a:t>Bears Benchmark</a:t>
            </a:r>
          </a:p>
          <a:p>
            <a:r>
              <a:rPr lang="en-US" dirty="0"/>
              <a:t>“The Bears benchmark provides CI-based bug data collected from GitHub projects, including failing and passing builds. It is particularly useful for studying CI/CD testing and self-healing mechanisms.”</a:t>
            </a:r>
          </a:p>
          <a:p>
            <a:br>
              <a:rPr lang="en-US" dirty="0"/>
            </a:br>
            <a:endParaRPr lang="en-US" dirty="0"/>
          </a:p>
          <a:p>
            <a:r>
              <a:rPr lang="en-EG" b="1" dirty="0"/>
              <a:t>🔹 </a:t>
            </a:r>
            <a:r>
              <a:rPr lang="en-US" b="1" dirty="0"/>
              <a:t>AEEEM Dataset</a:t>
            </a:r>
          </a:p>
          <a:p>
            <a:r>
              <a:rPr lang="en-US" dirty="0"/>
              <a:t>“The AEEEM dataset includes software metrics and defect labels, making it suitable for defect prediction tasks and machine learning experiments.”</a:t>
            </a:r>
          </a:p>
          <a:p>
            <a:br>
              <a:rPr lang="en-US" dirty="0"/>
            </a:br>
            <a:endParaRPr lang="en-US" dirty="0"/>
          </a:p>
          <a:p>
            <a:r>
              <a:rPr lang="en-EG" b="1" dirty="0"/>
              <a:t>🔹 </a:t>
            </a:r>
            <a:r>
              <a:rPr lang="en-US" b="1" dirty="0"/>
              <a:t>PROMISE Dataset</a:t>
            </a:r>
          </a:p>
          <a:p>
            <a:r>
              <a:rPr lang="en-US" dirty="0"/>
              <a:t>“The PROMISE dataset is a well-known collection of software engineering data used for defect prediction, offering consistency and comparability across studies.”</a:t>
            </a:r>
          </a:p>
          <a:p>
            <a:br>
              <a:rPr lang="en-US" dirty="0"/>
            </a:br>
            <a:endParaRPr lang="en-US" dirty="0"/>
          </a:p>
          <a:p>
            <a:r>
              <a:rPr lang="en-EG" b="1" dirty="0"/>
              <a:t>🔹 </a:t>
            </a:r>
            <a:r>
              <a:rPr lang="en-US" b="1" dirty="0"/>
              <a:t>GitHub Datasets</a:t>
            </a:r>
          </a:p>
          <a:p>
            <a:r>
              <a:rPr lang="en-US" dirty="0"/>
              <a:t>“GitHub datasets provide large-scale repository data, including commits, code changes, and test history, which support tasks such as test prioritization and test generation.”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“Using multiple datasets ensures diversity, improves generalization, and supports fair benchmarking of the proposed framework.”</a:t>
            </a:r>
          </a:p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55164-C27B-2B44-A43D-1F0ECDBCDF92}" type="slidenum">
              <a:rPr lang="en-EG" smtClean="0"/>
              <a:t>11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7712501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research is expected to contribute to the field of AI-based software testing in several key aspects</a:t>
            </a:r>
          </a:p>
          <a:p>
            <a:r>
              <a:rPr lang="en-US" b="1" dirty="0"/>
              <a:t>Unified AI framework</a:t>
            </a:r>
          </a:p>
          <a:p>
            <a:r>
              <a:rPr lang="en-US" dirty="0"/>
              <a:t>“First, the research proposes a unified framework that integrates multiple testing tasks, including defect prediction, test prioritization, self-healing, and test generation, into a single system.”</a:t>
            </a:r>
          </a:p>
          <a:p>
            <a:endParaRPr lang="en-US" dirty="0"/>
          </a:p>
          <a:p>
            <a:r>
              <a:rPr lang="en-EG" dirty="0"/>
              <a:t> </a:t>
            </a:r>
            <a:r>
              <a:rPr lang="en-US" dirty="0"/>
              <a:t>Meaning:</a:t>
            </a:r>
          </a:p>
          <a:p>
            <a:r>
              <a:rPr lang="en-US" dirty="0"/>
              <a:t>solving </a:t>
            </a:r>
            <a:r>
              <a:rPr lang="en-US" b="1" dirty="0"/>
              <a:t>fragmentation</a:t>
            </a: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EG" b="1" dirty="0"/>
              <a:t>🔹</a:t>
            </a:r>
            <a:r>
              <a:rPr lang="en-US" b="1" dirty="0"/>
              <a:t>Explainable QA decisions</a:t>
            </a:r>
          </a:p>
          <a:p>
            <a:r>
              <a:rPr lang="en-US" dirty="0"/>
              <a:t>“Second, the framework incorporates explainable AI techniques to provide transparent and interpretable testing decisions, helping testers understand and trust the system outputs.”</a:t>
            </a:r>
          </a:p>
          <a:p>
            <a:r>
              <a:rPr lang="en-EG" dirty="0"/>
              <a:t> </a:t>
            </a:r>
            <a:r>
              <a:rPr lang="en-US" dirty="0"/>
              <a:t>Meaning:</a:t>
            </a:r>
          </a:p>
          <a:p>
            <a:r>
              <a:rPr lang="en-US" dirty="0"/>
              <a:t>solving </a:t>
            </a:r>
            <a:r>
              <a:rPr lang="en-US" b="1" dirty="0"/>
              <a:t>black-box problem</a:t>
            </a: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EG" b="1" dirty="0"/>
              <a:t> </a:t>
            </a:r>
            <a:r>
              <a:rPr lang="en-US" b="1" dirty="0"/>
              <a:t>Benchmarking standards</a:t>
            </a:r>
          </a:p>
          <a:p>
            <a:r>
              <a:rPr lang="en-US" dirty="0"/>
              <a:t>“Third, the research introduces a benchmark-driven evaluation approach using standardized datasets, metrics, and baseline comparisons, enabling fair and reproducible assessment.”</a:t>
            </a:r>
          </a:p>
          <a:p>
            <a:r>
              <a:rPr lang="en-EG" dirty="0"/>
              <a:t> </a:t>
            </a:r>
            <a:r>
              <a:rPr lang="en-US" dirty="0"/>
              <a:t>Meaning:</a:t>
            </a:r>
          </a:p>
          <a:p>
            <a:r>
              <a:rPr lang="en-US" dirty="0"/>
              <a:t>solving </a:t>
            </a:r>
            <a:r>
              <a:rPr lang="en-US" b="1" dirty="0"/>
              <a:t>evaluation inconsistency</a:t>
            </a: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EG" b="1" dirty="0"/>
              <a:t> </a:t>
            </a:r>
            <a:r>
              <a:rPr lang="en-US" b="1" dirty="0"/>
              <a:t>CI/CD integration</a:t>
            </a:r>
          </a:p>
          <a:p>
            <a:r>
              <a:rPr lang="en-US" dirty="0"/>
              <a:t>“Finally, the framework is designed to integrate with CI/CD pipelines, supporting continuous testing and enabling practical deployment in real-world software development environments.”</a:t>
            </a:r>
          </a:p>
          <a:p>
            <a:r>
              <a:rPr lang="en-US" dirty="0"/>
              <a:t>Meaning:</a:t>
            </a:r>
          </a:p>
          <a:p>
            <a:r>
              <a:rPr lang="en-US" dirty="0"/>
              <a:t>solving </a:t>
            </a:r>
            <a:r>
              <a:rPr lang="en-US" b="1" dirty="0"/>
              <a:t>real-world applicability</a:t>
            </a: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EG" b="1" dirty="0"/>
              <a:t>🎯 </a:t>
            </a:r>
            <a:r>
              <a:rPr lang="en-US" b="1" dirty="0"/>
              <a:t>Strong closing sentence (VERY important)</a:t>
            </a:r>
          </a:p>
          <a:p>
            <a:r>
              <a:rPr lang="en-US" dirty="0"/>
              <a:t>“Overall, these contributions aim to improve the reliability, transparency, and practical usability of AI-driven software testing.”</a:t>
            </a:r>
          </a:p>
          <a:p>
            <a:br>
              <a:rPr lang="en-US" dirty="0"/>
            </a:br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55164-C27B-2B44-A43D-1F0ECDBCDF92}" type="slidenum">
              <a:rPr lang="en-EG" smtClean="0"/>
              <a:t>12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818311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5.jpe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1" name="Rectangle 390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93" name="Rectangle 39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5" name="Rectangle 39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7" name="Rectangle 39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9" name="Rectangle 39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1" name="Freeform: Shape 40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0041" y="586855"/>
            <a:ext cx="2401025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An Integrated AI-Based Framework for Test Automation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07693" y="10139"/>
            <a:ext cx="5186265" cy="663598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 sz="2400" b="1"/>
            </a:pPr>
            <a:r>
              <a:rPr lang="en-US" sz="2000" dirty="0">
                <a:solidFill>
                  <a:schemeClr val="tx1"/>
                </a:solidFill>
              </a:rPr>
              <a:t>PhD Thesis Proposal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  <a:defRPr sz="2000" b="0"/>
            </a:pPr>
            <a:endParaRPr lang="en-US" sz="1600" dirty="0">
              <a:solidFill>
                <a:schemeClr val="tx1"/>
              </a:solidFill>
            </a:endParaRP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 sz="2000" b="1"/>
            </a:pPr>
            <a:r>
              <a:rPr lang="en-US" sz="1600" dirty="0">
                <a:solidFill>
                  <a:schemeClr val="tx1"/>
                </a:solidFill>
              </a:rPr>
              <a:t>Submitted by</a:t>
            </a:r>
          </a:p>
          <a:p>
            <a:pPr defTabSz="914400">
              <a:lnSpc>
                <a:spcPct val="90000"/>
              </a:lnSpc>
              <a:defRPr sz="2000" b="0"/>
            </a:pPr>
            <a:r>
              <a:rPr lang="en-US" sz="1600" dirty="0">
                <a:solidFill>
                  <a:schemeClr val="tx1"/>
                </a:solidFill>
              </a:rPr>
              <a:t>Mohamed Gamal Hamed Hassan Saleh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  <a:defRPr sz="2000" b="0"/>
            </a:pPr>
            <a:endParaRPr lang="en-US" sz="1600" dirty="0">
              <a:solidFill>
                <a:schemeClr val="tx1"/>
              </a:solidFill>
            </a:endParaRP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 sz="2000" b="1"/>
            </a:pPr>
            <a:r>
              <a:rPr lang="en-US" sz="1600" dirty="0">
                <a:solidFill>
                  <a:schemeClr val="tx1"/>
                </a:solidFill>
              </a:rPr>
              <a:t>Supervisors</a:t>
            </a:r>
          </a:p>
          <a:p>
            <a:pPr defTabSz="914400">
              <a:lnSpc>
                <a:spcPct val="90000"/>
              </a:lnSpc>
              <a:defRPr sz="1800" b="1"/>
            </a:pPr>
            <a:r>
              <a:rPr lang="en-US" sz="1600" dirty="0">
                <a:solidFill>
                  <a:schemeClr val="tx1"/>
                </a:solidFill>
              </a:rPr>
              <a:t>Prof. Amany Mohammed Abdo</a:t>
            </a:r>
          </a:p>
          <a:p>
            <a:pPr defTabSz="914400">
              <a:lnSpc>
                <a:spcPct val="90000"/>
              </a:lnSpc>
              <a:defRPr sz="1600" b="0"/>
            </a:pPr>
            <a:r>
              <a:rPr lang="en-US" sz="1600" dirty="0">
                <a:solidFill>
                  <a:schemeClr val="tx1"/>
                </a:solidFill>
              </a:rPr>
              <a:t>Professor, Information Systems Department</a:t>
            </a:r>
          </a:p>
          <a:p>
            <a:pPr defTabSz="914400">
              <a:lnSpc>
                <a:spcPct val="90000"/>
              </a:lnSpc>
              <a:defRPr sz="1600" b="0"/>
            </a:pPr>
            <a:r>
              <a:rPr lang="en-US" sz="1600" dirty="0">
                <a:solidFill>
                  <a:schemeClr val="tx1"/>
                </a:solidFill>
              </a:rPr>
              <a:t>Capital University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 sz="2000" b="0"/>
            </a:pPr>
            <a:endParaRPr lang="en-US" sz="1600" dirty="0">
              <a:solidFill>
                <a:schemeClr val="tx1"/>
              </a:solidFill>
            </a:endParaRPr>
          </a:p>
          <a:p>
            <a:pPr defTabSz="914400">
              <a:lnSpc>
                <a:spcPct val="90000"/>
              </a:lnSpc>
              <a:defRPr sz="1800" b="1"/>
            </a:pPr>
            <a:r>
              <a:rPr lang="en-US" sz="1600" dirty="0">
                <a:solidFill>
                  <a:schemeClr val="tx1"/>
                </a:solidFill>
              </a:rPr>
              <a:t>Assoc. Prof. Mustafa Abdelsalam</a:t>
            </a:r>
          </a:p>
          <a:p>
            <a:pPr defTabSz="914400">
              <a:lnSpc>
                <a:spcPct val="90000"/>
              </a:lnSpc>
              <a:defRPr sz="1600" b="0"/>
            </a:pPr>
            <a:r>
              <a:rPr lang="en-US" sz="1600" dirty="0">
                <a:solidFill>
                  <a:schemeClr val="tx1"/>
                </a:solidFill>
              </a:rPr>
              <a:t>Associate Professor, Artificial Intelligence Department</a:t>
            </a:r>
          </a:p>
          <a:p>
            <a:pPr defTabSz="914400">
              <a:lnSpc>
                <a:spcPct val="90000"/>
              </a:lnSpc>
              <a:defRPr sz="1600" b="0"/>
            </a:pPr>
            <a:r>
              <a:rPr lang="en-US" sz="1600" dirty="0" err="1">
                <a:solidFill>
                  <a:schemeClr val="tx1"/>
                </a:solidFill>
              </a:rPr>
              <a:t>Benha</a:t>
            </a:r>
            <a:r>
              <a:rPr lang="en-US" sz="1600" dirty="0">
                <a:solidFill>
                  <a:schemeClr val="tx1"/>
                </a:solidFill>
              </a:rPr>
              <a:t> University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 sz="2000" b="0"/>
            </a:pPr>
            <a:endParaRPr lang="en-US" sz="1600" dirty="0">
              <a:solidFill>
                <a:schemeClr val="tx1"/>
              </a:solidFill>
            </a:endParaRPr>
          </a:p>
          <a:p>
            <a:pPr defTabSz="914400">
              <a:lnSpc>
                <a:spcPct val="90000"/>
              </a:lnSpc>
              <a:defRPr sz="1800" b="1"/>
            </a:pPr>
            <a:r>
              <a:rPr lang="en-US" sz="1600" dirty="0">
                <a:solidFill>
                  <a:schemeClr val="tx1"/>
                </a:solidFill>
              </a:rPr>
              <a:t>Dr. Mai </a:t>
            </a:r>
            <a:r>
              <a:rPr lang="en-US" sz="1600" dirty="0" err="1">
                <a:solidFill>
                  <a:schemeClr val="tx1"/>
                </a:solidFill>
              </a:rPr>
              <a:t>Eldafrawy</a:t>
            </a:r>
            <a:endParaRPr lang="en-US" sz="1600" dirty="0">
              <a:solidFill>
                <a:schemeClr val="tx1"/>
              </a:solidFill>
            </a:endParaRPr>
          </a:p>
          <a:p>
            <a:pPr defTabSz="914400">
              <a:lnSpc>
                <a:spcPct val="90000"/>
              </a:lnSpc>
              <a:defRPr sz="1600" b="0"/>
            </a:pPr>
            <a:r>
              <a:rPr lang="en-US" sz="1600" dirty="0">
                <a:solidFill>
                  <a:schemeClr val="tx1"/>
                </a:solidFill>
              </a:rPr>
              <a:t>Lecturer, Information Systems Department</a:t>
            </a:r>
          </a:p>
          <a:p>
            <a:pPr defTabSz="914400">
              <a:lnSpc>
                <a:spcPct val="90000"/>
              </a:lnSpc>
              <a:defRPr sz="1600" b="0"/>
            </a:pPr>
            <a:r>
              <a:rPr lang="en-US" sz="1600" dirty="0">
                <a:solidFill>
                  <a:schemeClr val="tx1"/>
                </a:solidFill>
              </a:rPr>
              <a:t>Capital University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 sz="2000" b="0"/>
            </a:pPr>
            <a:endParaRPr lang="en-US" sz="1600" dirty="0">
              <a:solidFill>
                <a:schemeClr val="tx1"/>
              </a:solidFill>
            </a:endParaRPr>
          </a:p>
          <a:p>
            <a:pPr defTabSz="914400">
              <a:lnSpc>
                <a:spcPct val="90000"/>
              </a:lnSpc>
              <a:defRPr sz="2000" b="1"/>
            </a:pPr>
            <a:r>
              <a:rPr lang="en-US" sz="1600" dirty="0">
                <a:solidFill>
                  <a:schemeClr val="tx1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US" sz="4200"/>
              <a:t>Agenda</a:t>
            </a:r>
          </a:p>
        </p:txBody>
      </p:sp>
      <p:sp>
        <p:nvSpPr>
          <p:cNvPr id="64" name="Content Placeholder 2"/>
          <p:cNvSpPr>
            <a:spLocks noGrp="1"/>
          </p:cNvSpPr>
          <p:nvPr>
            <p:ph idx="1"/>
          </p:nvPr>
        </p:nvSpPr>
        <p:spPr>
          <a:xfrm>
            <a:off x="783771" y="2560321"/>
            <a:ext cx="7455989" cy="378129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endParaRPr lang="en-US" sz="1800" dirty="0"/>
          </a:p>
          <a:p>
            <a:pPr>
              <a:lnSpc>
                <a:spcPct val="90000"/>
              </a:lnSpc>
            </a:pPr>
            <a:r>
              <a:rPr lang="en-US" sz="1800" dirty="0"/>
              <a:t>Introduction &amp; Background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Research Problem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Related Work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Research Questions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Proposed Framework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Methodology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Data Sources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Expected Contributions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References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Q&amp;A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9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US" sz="3500"/>
              <a:t>Background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C1C9DCCD-BBEB-9D01-DDBD-2D115CE6B6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3005947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02239D2-A05D-4A1C-9F06-FBA7FC730E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4475" y="538956"/>
            <a:ext cx="6738937" cy="1118394"/>
          </a:xfrm>
        </p:spPr>
        <p:txBody>
          <a:bodyPr anchor="t">
            <a:normAutofit/>
          </a:bodyPr>
          <a:lstStyle/>
          <a:p>
            <a:r>
              <a:rPr lang="en-US" sz="3500"/>
              <a:t>Research Problem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2A3E8D-67B8-F16B-6785-C0DBED1602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5000"/>
          <a:stretch>
            <a:fillRect/>
          </a:stretch>
        </p:blipFill>
        <p:spPr>
          <a:xfrm>
            <a:off x="828675" y="702865"/>
            <a:ext cx="561975" cy="421481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45E2C5B-5C20-5D3E-B965-3CF1568C08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2935244"/>
              </p:ext>
            </p:extLst>
          </p:nvPr>
        </p:nvGraphicFramePr>
        <p:xfrm>
          <a:off x="757237" y="1847849"/>
          <a:ext cx="7496175" cy="42545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Related Work (AI Testing &amp; Explainability)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5034241"/>
              </p:ext>
            </p:extLst>
          </p:nvPr>
        </p:nvGraphicFramePr>
        <p:xfrm>
          <a:off x="324168" y="2346358"/>
          <a:ext cx="8495663" cy="36920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6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10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0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76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258">
                <a:tc>
                  <a:txBody>
                    <a:bodyPr/>
                    <a:lstStyle/>
                    <a:p>
                      <a:r>
                        <a:rPr lang="en-US" sz="1500"/>
                        <a:t>Ref</a:t>
                      </a:r>
                    </a:p>
                  </a:txBody>
                  <a:tcPr marL="75968" marR="75968" marT="37984" marB="37984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Study</a:t>
                      </a:r>
                    </a:p>
                  </a:txBody>
                  <a:tcPr marL="75968" marR="75968" marT="37984" marB="37984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Focus</a:t>
                      </a:r>
                    </a:p>
                  </a:txBody>
                  <a:tcPr marL="75968" marR="75968" marT="37984" marB="37984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Limitation</a:t>
                      </a:r>
                    </a:p>
                  </a:txBody>
                  <a:tcPr marL="75968" marR="75968" marT="37984" marB="3798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161">
                <a:tc>
                  <a:txBody>
                    <a:bodyPr/>
                    <a:lstStyle/>
                    <a:p>
                      <a:r>
                        <a:rPr lang="en-EG" sz="1500"/>
                        <a:t>[1]</a:t>
                      </a:r>
                    </a:p>
                  </a:txBody>
                  <a:tcPr marL="75968" marR="75968" marT="37984" marB="37984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Pandhare (2025)</a:t>
                      </a:r>
                    </a:p>
                  </a:txBody>
                  <a:tcPr marL="75968" marR="75968" marT="37984" marB="37984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AI/ML in test automation</a:t>
                      </a:r>
                    </a:p>
                  </a:txBody>
                  <a:tcPr marL="75968" marR="75968" marT="37984" marB="37984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Limited explainability &amp; integration</a:t>
                      </a:r>
                    </a:p>
                  </a:txBody>
                  <a:tcPr marL="75968" marR="75968" marT="37984" marB="3798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258">
                <a:tc>
                  <a:txBody>
                    <a:bodyPr/>
                    <a:lstStyle/>
                    <a:p>
                      <a:r>
                        <a:rPr lang="en-EG" sz="1500"/>
                        <a:t>[2]</a:t>
                      </a:r>
                    </a:p>
                  </a:txBody>
                  <a:tcPr marL="75968" marR="75968" marT="37984" marB="37984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Faraji &amp; Pombo (2025)</a:t>
                      </a:r>
                    </a:p>
                  </a:txBody>
                  <a:tcPr marL="75968" marR="75968" marT="37984" marB="37984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Survey of AI testing</a:t>
                      </a:r>
                    </a:p>
                  </a:txBody>
                  <a:tcPr marL="75968" marR="75968" marT="37984" marB="37984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No benchmarks</a:t>
                      </a:r>
                    </a:p>
                  </a:txBody>
                  <a:tcPr marL="75968" marR="75968" marT="37984" marB="3798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161">
                <a:tc>
                  <a:txBody>
                    <a:bodyPr/>
                    <a:lstStyle/>
                    <a:p>
                      <a:r>
                        <a:rPr lang="en-EG" sz="1500"/>
                        <a:t>[3]</a:t>
                      </a:r>
                    </a:p>
                  </a:txBody>
                  <a:tcPr marL="75968" marR="75968" marT="37984" marB="37984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Biplob &amp; Rahman (2025)</a:t>
                      </a:r>
                    </a:p>
                  </a:txBody>
                  <a:tcPr marL="75968" marR="75968" marT="37984" marB="37984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Explainable AI in testing</a:t>
                      </a:r>
                    </a:p>
                  </a:txBody>
                  <a:tcPr marL="75968" marR="75968" marT="37984" marB="37984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No unified framework</a:t>
                      </a:r>
                    </a:p>
                  </a:txBody>
                  <a:tcPr marL="75968" marR="75968" marT="37984" marB="3798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258">
                <a:tc>
                  <a:txBody>
                    <a:bodyPr/>
                    <a:lstStyle/>
                    <a:p>
                      <a:r>
                        <a:rPr lang="en-EG" sz="1500"/>
                        <a:t>[4]</a:t>
                      </a:r>
                    </a:p>
                  </a:txBody>
                  <a:tcPr marL="75968" marR="75968" marT="37984" marB="37984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Abhichandani (2025)</a:t>
                      </a:r>
                    </a:p>
                  </a:txBody>
                  <a:tcPr marL="75968" marR="75968" marT="37984" marB="37984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Self-healing automation</a:t>
                      </a:r>
                    </a:p>
                  </a:txBody>
                  <a:tcPr marL="75968" marR="75968" marT="37984" marB="37984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Weak validation</a:t>
                      </a:r>
                    </a:p>
                  </a:txBody>
                  <a:tcPr marL="75968" marR="75968" marT="37984" marB="3798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258">
                <a:tc>
                  <a:txBody>
                    <a:bodyPr/>
                    <a:lstStyle/>
                    <a:p>
                      <a:r>
                        <a:rPr lang="en-EG" sz="1500"/>
                        <a:t>[5]</a:t>
                      </a:r>
                    </a:p>
                  </a:txBody>
                  <a:tcPr marL="75968" marR="75968" marT="37984" marB="37984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Pareek (2025)</a:t>
                      </a:r>
                    </a:p>
                  </a:txBody>
                  <a:tcPr marL="75968" marR="75968" marT="37984" marB="37984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Trust &amp; XAI in testing</a:t>
                      </a:r>
                    </a:p>
                  </a:txBody>
                  <a:tcPr marL="75968" marR="75968" marT="37984" marB="37984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Lacks practical implementation</a:t>
                      </a:r>
                    </a:p>
                  </a:txBody>
                  <a:tcPr marL="75968" marR="75968" marT="37984" marB="3798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4258">
                <a:tc>
                  <a:txBody>
                    <a:bodyPr/>
                    <a:lstStyle/>
                    <a:p>
                      <a:r>
                        <a:rPr lang="en-EG" sz="1500"/>
                        <a:t>[6]</a:t>
                      </a:r>
                    </a:p>
                  </a:txBody>
                  <a:tcPr marL="75968" marR="75968" marT="37984" marB="37984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Darii et al. (2025)</a:t>
                      </a:r>
                    </a:p>
                  </a:txBody>
                  <a:tcPr marL="75968" marR="75968" marT="37984" marB="37984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AI web testing</a:t>
                      </a:r>
                    </a:p>
                  </a:txBody>
                  <a:tcPr marL="75968" marR="75968" marT="37984" marB="37984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Limited scalability</a:t>
                      </a:r>
                    </a:p>
                  </a:txBody>
                  <a:tcPr marL="75968" marR="75968" marT="37984" marB="3798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2161">
                <a:tc>
                  <a:txBody>
                    <a:bodyPr/>
                    <a:lstStyle/>
                    <a:p>
                      <a:r>
                        <a:rPr lang="en-EG" sz="1500"/>
                        <a:t>[7]</a:t>
                      </a:r>
                    </a:p>
                  </a:txBody>
                  <a:tcPr marL="75968" marR="75968" marT="37984" marB="37984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Vasiliev et al. (2025)</a:t>
                      </a:r>
                    </a:p>
                  </a:txBody>
                  <a:tcPr marL="75968" marR="75968" marT="37984" marB="37984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AI in CI/CD anomaly detection</a:t>
                      </a:r>
                    </a:p>
                  </a:txBody>
                  <a:tcPr marL="75968" marR="75968" marT="37984" marB="37984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Explainability challenges</a:t>
                      </a:r>
                    </a:p>
                  </a:txBody>
                  <a:tcPr marL="75968" marR="75968" marT="37984" marB="37984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4258">
                <a:tc>
                  <a:txBody>
                    <a:bodyPr/>
                    <a:lstStyle/>
                    <a:p>
                      <a:r>
                        <a:rPr lang="en-EG" sz="1500"/>
                        <a:t>[8]</a:t>
                      </a:r>
                    </a:p>
                  </a:txBody>
                  <a:tcPr marL="75968" marR="75968" marT="37984" marB="37984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Kapula (2024)</a:t>
                      </a:r>
                    </a:p>
                  </a:txBody>
                  <a:tcPr marL="75968" marR="75968" marT="37984" marB="37984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AI in web testing industry</a:t>
                      </a:r>
                    </a:p>
                  </a:txBody>
                  <a:tcPr marL="75968" marR="75968" marT="37984" marB="37984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No standard metrics</a:t>
                      </a:r>
                    </a:p>
                  </a:txBody>
                  <a:tcPr marL="75968" marR="75968" marT="37984" marB="37984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Related Work (CI/CD, XAI, QA Systems)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6567081"/>
              </p:ext>
            </p:extLst>
          </p:nvPr>
        </p:nvGraphicFramePr>
        <p:xfrm>
          <a:off x="324168" y="2310695"/>
          <a:ext cx="8495664" cy="376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7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0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6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08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4633">
                <a:tc>
                  <a:txBody>
                    <a:bodyPr/>
                    <a:lstStyle/>
                    <a:p>
                      <a:r>
                        <a:rPr lang="en-US" sz="1700"/>
                        <a:t>Ref</a:t>
                      </a:r>
                    </a:p>
                  </a:txBody>
                  <a:tcPr marL="85144" marR="85144" marT="42572" marB="42572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Study</a:t>
                      </a:r>
                    </a:p>
                  </a:txBody>
                  <a:tcPr marL="85144" marR="85144" marT="42572" marB="42572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Focus</a:t>
                      </a:r>
                    </a:p>
                  </a:txBody>
                  <a:tcPr marL="85144" marR="85144" marT="42572" marB="42572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Limitation</a:t>
                      </a:r>
                    </a:p>
                  </a:txBody>
                  <a:tcPr marL="85144" marR="85144" marT="42572" marB="4257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065">
                <a:tc>
                  <a:txBody>
                    <a:bodyPr/>
                    <a:lstStyle/>
                    <a:p>
                      <a:r>
                        <a:rPr lang="en-EG" sz="1700"/>
                        <a:t>[9]</a:t>
                      </a:r>
                    </a:p>
                  </a:txBody>
                  <a:tcPr marL="85144" marR="85144" marT="42572" marB="42572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Fehlmann (2025)</a:t>
                      </a:r>
                    </a:p>
                  </a:txBody>
                  <a:tcPr marL="85144" marR="85144" marT="42572" marB="42572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Explainable software processes</a:t>
                      </a:r>
                    </a:p>
                  </a:txBody>
                  <a:tcPr marL="85144" marR="85144" marT="42572" marB="42572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Not testing-specific</a:t>
                      </a:r>
                    </a:p>
                  </a:txBody>
                  <a:tcPr marL="85144" marR="85144" marT="42572" marB="4257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633">
                <a:tc>
                  <a:txBody>
                    <a:bodyPr/>
                    <a:lstStyle/>
                    <a:p>
                      <a:r>
                        <a:rPr lang="en-EG" sz="1700"/>
                        <a:t>[10]</a:t>
                      </a:r>
                    </a:p>
                  </a:txBody>
                  <a:tcPr marL="85144" marR="85144" marT="42572" marB="42572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Baqar et al. (2025)</a:t>
                      </a:r>
                    </a:p>
                  </a:txBody>
                  <a:tcPr marL="85144" marR="85144" marT="42572" marB="42572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AI CI/CD pipelines</a:t>
                      </a:r>
                    </a:p>
                  </a:txBody>
                  <a:tcPr marL="85144" marR="85144" marT="42572" marB="42572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Limited XAI</a:t>
                      </a:r>
                    </a:p>
                  </a:txBody>
                  <a:tcPr marL="85144" marR="85144" marT="42572" marB="4257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633">
                <a:tc>
                  <a:txBody>
                    <a:bodyPr/>
                    <a:lstStyle/>
                    <a:p>
                      <a:r>
                        <a:rPr lang="en-EG" sz="1700"/>
                        <a:t>[11]</a:t>
                      </a:r>
                    </a:p>
                  </a:txBody>
                  <a:tcPr marL="85144" marR="85144" marT="42572" marB="42572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Cao et al. (2024)</a:t>
                      </a:r>
                    </a:p>
                  </a:txBody>
                  <a:tcPr marL="85144" marR="85144" marT="42572" marB="42572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XAI in software engineering</a:t>
                      </a:r>
                    </a:p>
                  </a:txBody>
                  <a:tcPr marL="85144" marR="85144" marT="42572" marB="42572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Fragmented approaches</a:t>
                      </a:r>
                    </a:p>
                  </a:txBody>
                  <a:tcPr marL="85144" marR="85144" marT="42572" marB="4257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633">
                <a:tc>
                  <a:txBody>
                    <a:bodyPr/>
                    <a:lstStyle/>
                    <a:p>
                      <a:r>
                        <a:rPr lang="en-EG" sz="1700"/>
                        <a:t>[12]</a:t>
                      </a:r>
                    </a:p>
                  </a:txBody>
                  <a:tcPr marL="85144" marR="85144" marT="42572" marB="42572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Pysmennyi (2025)</a:t>
                      </a:r>
                    </a:p>
                  </a:txBody>
                  <a:tcPr marL="85144" marR="85144" marT="42572" marB="42572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AI QA tools</a:t>
                      </a:r>
                    </a:p>
                  </a:txBody>
                  <a:tcPr marL="85144" marR="85144" marT="42572" marB="42572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Lacks benchmarking</a:t>
                      </a:r>
                    </a:p>
                  </a:txBody>
                  <a:tcPr marL="85144" marR="85144" marT="42572" marB="4257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0065">
                <a:tc>
                  <a:txBody>
                    <a:bodyPr/>
                    <a:lstStyle/>
                    <a:p>
                      <a:r>
                        <a:rPr lang="en-EG" sz="1700"/>
                        <a:t>[13]</a:t>
                      </a:r>
                    </a:p>
                  </a:txBody>
                  <a:tcPr marL="85144" marR="85144" marT="42572" marB="42572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Hunko (2025)</a:t>
                      </a:r>
                    </a:p>
                  </a:txBody>
                  <a:tcPr marL="85144" marR="85144" marT="42572" marB="42572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Adaptive AI testing</a:t>
                      </a:r>
                    </a:p>
                  </a:txBody>
                  <a:tcPr marL="85144" marR="85144" marT="42572" marB="42572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Needs stronger validation</a:t>
                      </a:r>
                    </a:p>
                  </a:txBody>
                  <a:tcPr marL="85144" marR="85144" marT="42572" marB="42572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633">
                <a:tc>
                  <a:txBody>
                    <a:bodyPr/>
                    <a:lstStyle/>
                    <a:p>
                      <a:r>
                        <a:rPr lang="en-EG" sz="1700"/>
                        <a:t>[14]</a:t>
                      </a:r>
                    </a:p>
                  </a:txBody>
                  <a:tcPr marL="85144" marR="85144" marT="42572" marB="42572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Donovan (2025)</a:t>
                      </a:r>
                    </a:p>
                  </a:txBody>
                  <a:tcPr marL="85144" marR="85144" marT="42572" marB="42572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Explainable cloud testing</a:t>
                      </a:r>
                    </a:p>
                  </a:txBody>
                  <a:tcPr marL="85144" marR="85144" marT="42572" marB="42572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Limited evaluation</a:t>
                      </a:r>
                    </a:p>
                  </a:txBody>
                  <a:tcPr marL="85144" marR="85144" marT="42572" marB="42572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0065">
                <a:tc>
                  <a:txBody>
                    <a:bodyPr/>
                    <a:lstStyle/>
                    <a:p>
                      <a:r>
                        <a:rPr lang="en-EG" sz="1700"/>
                        <a:t>[15]</a:t>
                      </a:r>
                    </a:p>
                  </a:txBody>
                  <a:tcPr marL="85144" marR="85144" marT="42572" marB="42572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Ilieva et al. (2026)</a:t>
                      </a:r>
                    </a:p>
                  </a:txBody>
                  <a:tcPr marL="85144" marR="85144" marT="42572" marB="42572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Generative AI QA framework</a:t>
                      </a:r>
                    </a:p>
                  </a:txBody>
                  <a:tcPr marL="85144" marR="85144" marT="42572" marB="42572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No unified benchmarking</a:t>
                      </a:r>
                    </a:p>
                  </a:txBody>
                  <a:tcPr marL="85144" marR="85144" marT="42572" marB="42572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en-US" sz="4700"/>
              <a:t>Research Questions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6" name="Content Placeholder 2">
            <a:extLst>
              <a:ext uri="{FF2B5EF4-FFF2-40B4-BE49-F238E27FC236}">
                <a16:creationId xmlns:a16="http://schemas.microsoft.com/office/drawing/2014/main" id="{FAD9E8E6-4E97-DD9F-FA15-23FA62AC6C2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95245" y="2599509"/>
          <a:ext cx="7607751" cy="34355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Proposed Framework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EC66A0C5-BEDD-A9A5-589C-A2A6E9B20A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0152988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Proposed Framework Architecture (Final)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7315200" cy="914400"/>
          </a:xfrm>
          <a:prstGeom prst="round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Input Layer</a:t>
            </a:r>
          </a:p>
          <a:p>
            <a:r>
              <a:t>Datasets | Requirements | Logs | UI DOM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7315200" cy="1371600"/>
          </a:xfrm>
          <a:prstGeom prst="round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Core AI Modules</a:t>
            </a:r>
          </a:p>
          <a:p>
            <a:r>
              <a:rPr dirty="0"/>
              <a:t>Defect Prediction | Test Prioritization | Self-Healing | Test Generation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1097280"/>
          </a:xfrm>
          <a:prstGeom prst="roundRect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Explainability + Benchmark Layer</a:t>
            </a:r>
          </a:p>
          <a:p>
            <a:r>
              <a:t>SHAP | LIME | Metrics | Validation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937760"/>
            <a:ext cx="7315200" cy="914400"/>
          </a:xfrm>
          <a:prstGeom prst="roundRect">
            <a:avLst/>
          </a:prstGeom>
          <a:solidFill>
            <a:srgbClr val="A5A5A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CI/CD Integration</a:t>
            </a:r>
          </a:p>
          <a:p>
            <a:r>
              <a:t>GitHub Actions | Jenkins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943600"/>
            <a:ext cx="7315200" cy="914400"/>
          </a:xfrm>
          <a:prstGeom prst="roundRect">
            <a:avLst/>
          </a:prstGeom>
          <a:solidFill>
            <a:srgbClr val="B4A0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Output Layer</a:t>
            </a:r>
          </a:p>
          <a:p>
            <a:r>
              <a:rPr dirty="0"/>
              <a:t>Predictions | Ranked Tests | Reports | Healed Scripts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0" y="1828800"/>
            <a:ext cx="0" cy="1828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572000" y="3383280"/>
            <a:ext cx="0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572000" y="4754880"/>
            <a:ext cx="0" cy="1828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2000" y="5852160"/>
            <a:ext cx="0" cy="1828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8C30BEE-4CA2-B6A9-D1C0-C6024DC2F60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Datasets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A84E59B-E628-E09C-97EE-A805ADE8FA4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US" sz="3900" dirty="0"/>
              <a:t>Expected Contributions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088D90A5-EF34-7FE6-706F-8B5C63BE7E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2209303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F5F76E-82E2-C606-F201-27E377CA9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 b="1">
                <a:solidFill>
                  <a:srgbClr val="FFFFFF"/>
                </a:solidFill>
              </a:rPr>
              <a:t>REFRENCES</a:t>
            </a:r>
            <a:endParaRPr lang="en-EG" sz="35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E4B10-9FE3-8007-B4BA-95CC34C3EC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9317" y="167268"/>
            <a:ext cx="6242397" cy="6590371"/>
          </a:xfrm>
        </p:spPr>
        <p:txBody>
          <a:bodyPr anchor="ctr"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lang="en-US" sz="1500" dirty="0"/>
              <a:t>[1] H. V. </a:t>
            </a:r>
            <a:r>
              <a:rPr lang="en-US" sz="1500" dirty="0" err="1"/>
              <a:t>Pandhare</a:t>
            </a:r>
            <a:r>
              <a:rPr lang="en-US" sz="1500" dirty="0"/>
              <a:t>, “Future of Software Test Automation Using AI/ML,” International Journal of Engineering and Computer Science, 2025. Available: https://</a:t>
            </a:r>
            <a:r>
              <a:rPr lang="en-US" sz="1500" dirty="0" err="1"/>
              <a:t>www.researchgate.net</a:t>
            </a:r>
            <a:r>
              <a:rPr lang="en-US" sz="1500" dirty="0"/>
              <a:t>/profile/Harshad-Vijay-Pandhare-2/publication/391806293_Future_of_Software_Test_Automation_Using_AIML/links/68277cda026fee1034f8a449/Future-of-Software-Test-Automation-Using-AI-</a:t>
            </a:r>
            <a:r>
              <a:rPr lang="en-US" sz="1500" dirty="0" err="1"/>
              <a:t>ML.pdf</a:t>
            </a:r>
            <a:endParaRPr lang="en-EG" sz="1500" dirty="0"/>
          </a:p>
          <a:p>
            <a:pPr>
              <a:lnSpc>
                <a:spcPct val="110000"/>
              </a:lnSpc>
            </a:pPr>
            <a:r>
              <a:rPr lang="en-US" sz="1500" dirty="0"/>
              <a:t>[2] A. Faraji and N. Pombo, “AI-Driven Software Test Automation: An AI4SE-Oriented Survey of Techniques, Tools, and Challenges,” IEEE Access, 2025. Available: https://</a:t>
            </a:r>
            <a:r>
              <a:rPr lang="en-US" sz="1500" dirty="0" err="1"/>
              <a:t>ieeexplore.ieee.org</a:t>
            </a:r>
            <a:r>
              <a:rPr lang="en-US" sz="1500" dirty="0"/>
              <a:t>/abstract/document/11208623/</a:t>
            </a:r>
            <a:endParaRPr lang="en-EG" sz="1500" dirty="0"/>
          </a:p>
          <a:p>
            <a:pPr>
              <a:lnSpc>
                <a:spcPct val="110000"/>
              </a:lnSpc>
            </a:pPr>
            <a:r>
              <a:rPr lang="en-US" sz="1500" dirty="0"/>
              <a:t>[3] M. B. Biplob and A. Rahman, “The Role of Explainable AI in Automated Software Testing: Opportunities and Challenges,” 2025. Available: https://</a:t>
            </a:r>
            <a:r>
              <a:rPr lang="en-US" sz="1500" dirty="0" err="1"/>
              <a:t>www.preprints.org</a:t>
            </a:r>
            <a:r>
              <a:rPr lang="en-US" sz="1500" dirty="0"/>
              <a:t>/frontend/manuscript/ac4c260521783ab5c71424fcc1bb4bfa/</a:t>
            </a:r>
            <a:r>
              <a:rPr lang="en-US" sz="1500" dirty="0" err="1"/>
              <a:t>download_pub</a:t>
            </a:r>
            <a:r>
              <a:rPr lang="en-US" sz="1500" dirty="0"/>
              <a:t> </a:t>
            </a:r>
            <a:endParaRPr lang="en-EG" sz="1500" dirty="0"/>
          </a:p>
          <a:p>
            <a:pPr>
              <a:lnSpc>
                <a:spcPct val="110000"/>
              </a:lnSpc>
            </a:pPr>
            <a:r>
              <a:rPr lang="en-US" sz="1500" dirty="0"/>
              <a:t>[4] S. </a:t>
            </a:r>
            <a:r>
              <a:rPr lang="en-US" sz="1500" dirty="0" err="1"/>
              <a:t>Abhichandani</a:t>
            </a:r>
            <a:r>
              <a:rPr lang="en-US" sz="1500" dirty="0"/>
              <a:t> and N. R. T. </a:t>
            </a:r>
            <a:r>
              <a:rPr lang="en-US" sz="1500" dirty="0" err="1"/>
              <a:t>Vadrevu</a:t>
            </a:r>
            <a:r>
              <a:rPr lang="en-US" sz="1500" dirty="0"/>
              <a:t>, “AI-Driven Self-Healing in Test Automation: A Review of Autonomous Quality Assurance,” 2025. Available: https://</a:t>
            </a:r>
            <a:r>
              <a:rPr lang="en-US" sz="1500" dirty="0" err="1"/>
              <a:t>ieeexplore.ieee.org</a:t>
            </a:r>
            <a:r>
              <a:rPr lang="en-US" sz="1500" dirty="0"/>
              <a:t>/abstract/document/11069937/ </a:t>
            </a:r>
            <a:endParaRPr lang="en-EG" sz="1500" dirty="0"/>
          </a:p>
          <a:p>
            <a:pPr>
              <a:lnSpc>
                <a:spcPct val="110000"/>
              </a:lnSpc>
            </a:pPr>
            <a:r>
              <a:rPr lang="en-US" sz="1500" dirty="0"/>
              <a:t>[5] C. S. Pareek, “Trustworthy Automation: Explainable AI for Secure Automated Software Testing,” 2025. Available: https://</a:t>
            </a:r>
            <a:r>
              <a:rPr lang="en-US" sz="1500" dirty="0" err="1"/>
              <a:t>www.researchgate.net</a:t>
            </a:r>
            <a:r>
              <a:rPr lang="en-US" sz="1500" dirty="0"/>
              <a:t>/profile/Chandra-Shekhar-Pareek/publication/399324460_Trustworthy_Automation_Explainable_AI_for_Secure_Automated_Software_Testing/links/695bd13da1fd01798910e9ba/Trustworthy-Automation-Explainable-AI-for-Secure-Automated-Software-Testing.pdf </a:t>
            </a:r>
            <a:endParaRPr lang="en-EG" sz="1500" dirty="0"/>
          </a:p>
          <a:p>
            <a:pPr>
              <a:lnSpc>
                <a:spcPct val="110000"/>
              </a:lnSpc>
            </a:pPr>
            <a:r>
              <a:rPr lang="en-US" sz="1500" dirty="0"/>
              <a:t>[6] O. Darii, M. </a:t>
            </a:r>
            <a:r>
              <a:rPr lang="en-US" sz="1500" dirty="0" err="1"/>
              <a:t>Beldiga</a:t>
            </a:r>
            <a:r>
              <a:rPr lang="en-US" sz="1500" dirty="0"/>
              <a:t>, and T. </a:t>
            </a:r>
            <a:r>
              <a:rPr lang="en-US" sz="1500" dirty="0" err="1"/>
              <a:t>Bragaru</a:t>
            </a:r>
            <a:r>
              <a:rPr lang="en-US" sz="1500" dirty="0"/>
              <a:t>, “Automated Web Application Testing Based on Artificial Intelligence,” Journal of Engineering Science, 2025. Available: https://</a:t>
            </a:r>
            <a:r>
              <a:rPr lang="en-US" sz="1500" dirty="0" err="1"/>
              <a:t>ibn.idsi.md</a:t>
            </a:r>
            <a:r>
              <a:rPr lang="en-US" sz="1500" dirty="0"/>
              <a:t>/sites/default/files/</a:t>
            </a:r>
            <a:r>
              <a:rPr lang="en-US" sz="1500" dirty="0" err="1"/>
              <a:t>imag_file</a:t>
            </a:r>
            <a:r>
              <a:rPr lang="en-US" sz="1500" dirty="0"/>
              <a:t>/41-53_8.pdf </a:t>
            </a:r>
            <a:endParaRPr lang="en-EG" sz="1500" dirty="0"/>
          </a:p>
          <a:p>
            <a:pPr>
              <a:lnSpc>
                <a:spcPct val="90000"/>
              </a:lnSpc>
            </a:pPr>
            <a:endParaRPr lang="en-EG" sz="900" dirty="0"/>
          </a:p>
        </p:txBody>
      </p:sp>
    </p:spTree>
    <p:extLst>
      <p:ext uri="{BB962C8B-B14F-4D97-AF65-F5344CB8AC3E}">
        <p14:creationId xmlns:p14="http://schemas.microsoft.com/office/powerpoint/2010/main" val="2481908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8CE017-A36E-8F3D-5396-0D58FC557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7EE8A2-4DC6-C02C-A2BA-E1CDAE6CE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 b="1">
                <a:solidFill>
                  <a:srgbClr val="FFFFFF"/>
                </a:solidFill>
              </a:rPr>
              <a:t>REFRENCES</a:t>
            </a:r>
            <a:endParaRPr lang="en-EG" sz="35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0FC7D-EA1C-825C-F77A-C2F965A2C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2771" y="10134"/>
            <a:ext cx="6208943" cy="6725204"/>
          </a:xfrm>
        </p:spPr>
        <p:txBody>
          <a:bodyPr anchor="ctr"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en-US" sz="1400" dirty="0"/>
              <a:t>7] E. Vasiliev, J. T. Morrison, and W. Zhang, “Anomaly Detection and Self-Healing Mechanisms in CI/CD Pipelines Using Artificial Intelligence,” 2025. Available: https://</a:t>
            </a:r>
            <a:r>
              <a:rPr lang="en-US" sz="1400" dirty="0" err="1"/>
              <a:t>www.researchgate.net</a:t>
            </a:r>
            <a:r>
              <a:rPr lang="en-US" sz="1400" dirty="0"/>
              <a:t>/profile/Arina-Finnegan-2/publication/401540817_Anomaly_Detection_and_Self-Healing_Mechanisms_in_CICD_Pipelines_Using_Artificial_Intelligence/links/69a81affceb31f79ab232036/Anomaly-Detection-and-Self-Healing-Mechanisms-in-CI-CD-Pipelines-Using-Artificial-Intelligence.pdf</a:t>
            </a:r>
            <a:endParaRPr lang="en-EG" sz="1400" dirty="0"/>
          </a:p>
          <a:p>
            <a:pPr>
              <a:lnSpc>
                <a:spcPct val="110000"/>
              </a:lnSpc>
            </a:pPr>
            <a:r>
              <a:rPr lang="en-US" sz="1400" dirty="0"/>
              <a:t>[8] K. Kapula, “A Survey on Web Testing: On the Rise of AI and Applications in Industry,” 2024. Available: https://</a:t>
            </a:r>
            <a:r>
              <a:rPr lang="en-US" sz="1400" dirty="0" err="1"/>
              <a:t>www.researchgate.net</a:t>
            </a:r>
            <a:r>
              <a:rPr lang="en-US" sz="1400" dirty="0"/>
              <a:t>/profile/Karthik-Kapula-3/publication/396012169_A_Survey_on_Web_Testing_on_the_Rise_of_AI_and_Applications_in_Industry/links/68dcb47fffdca73694b4a572/A-Survey-on-Web-Testing-on-the-Rise-of-AI-and-Applications-in-Industry.pdf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[9] M. </a:t>
            </a:r>
            <a:r>
              <a:rPr lang="en-US" sz="1400" dirty="0" err="1"/>
              <a:t>Fehlmann</a:t>
            </a:r>
            <a:r>
              <a:rPr lang="en-US" sz="1400" dirty="0"/>
              <a:t> and E. Kranich, “Explainable AI for SW Development and Testing,” in Software Process Improvement and Capability Determination, 2025. Available: https://</a:t>
            </a:r>
            <a:r>
              <a:rPr lang="en-US" sz="1400" dirty="0" err="1"/>
              <a:t>link.springer.com</a:t>
            </a:r>
            <a:r>
              <a:rPr lang="en-US" sz="1400" dirty="0"/>
              <a:t>/chapter/10.1007/978-3-032-04288-0_2</a:t>
            </a:r>
            <a:endParaRPr lang="en-EG" sz="1400" dirty="0"/>
          </a:p>
          <a:p>
            <a:pPr>
              <a:lnSpc>
                <a:spcPct val="90000"/>
              </a:lnSpc>
            </a:pPr>
            <a:r>
              <a:rPr lang="en-US" sz="1400" dirty="0"/>
              <a:t>[10] M. Baqar, S. Naqvi, and R. Khanda, “AI-Augmented CI/CD Pipelines: From Code Commit to Production with Autonomous Decisions,” 2025. Available: https://</a:t>
            </a:r>
            <a:r>
              <a:rPr lang="en-US" sz="1400" dirty="0" err="1"/>
              <a:t>arxiv.org</a:t>
            </a:r>
            <a:r>
              <a:rPr lang="en-US" sz="1400" dirty="0"/>
              <a:t>/pdf/2508.11867</a:t>
            </a:r>
            <a:endParaRPr lang="en-EG" sz="1400" dirty="0"/>
          </a:p>
          <a:p>
            <a:pPr>
              <a:lnSpc>
                <a:spcPct val="90000"/>
              </a:lnSpc>
            </a:pPr>
            <a:r>
              <a:rPr lang="en-US" sz="1400" dirty="0"/>
              <a:t>[11] Cao et al., “A Systematic Literature Review on Explainability for ML/DL-based Software Engineering,” 2024.</a:t>
            </a:r>
            <a:endParaRPr lang="en-EG" sz="1400" dirty="0"/>
          </a:p>
          <a:p>
            <a:pPr>
              <a:lnSpc>
                <a:spcPct val="90000"/>
              </a:lnSpc>
            </a:pPr>
            <a:r>
              <a:rPr lang="en-US" sz="1400" dirty="0"/>
              <a:t>[12] Pysmennyi et al., “AI-driven tools in modern software quality assurance,” 2025.</a:t>
            </a:r>
            <a:endParaRPr lang="en-EG" sz="1400" dirty="0"/>
          </a:p>
          <a:p>
            <a:pPr>
              <a:lnSpc>
                <a:spcPct val="90000"/>
              </a:lnSpc>
            </a:pPr>
            <a:r>
              <a:rPr lang="en-US" sz="1400" dirty="0"/>
              <a:t>[13] Hunko, “Adaptive approaches to software testing with embedded AI,” 2025.</a:t>
            </a:r>
            <a:endParaRPr lang="en-EG" sz="1400" dirty="0"/>
          </a:p>
          <a:p>
            <a:pPr>
              <a:lnSpc>
                <a:spcPct val="90000"/>
              </a:lnSpc>
            </a:pPr>
            <a:r>
              <a:rPr lang="en-US" sz="1400" dirty="0"/>
              <a:t>[14] Donovan, “Cloud-Native Testing Frameworks for Explainable Generative AI,” 2025.</a:t>
            </a:r>
            <a:endParaRPr lang="en-EG" sz="1400" dirty="0"/>
          </a:p>
          <a:p>
            <a:pPr>
              <a:lnSpc>
                <a:spcPct val="90000"/>
              </a:lnSpc>
            </a:pPr>
            <a:r>
              <a:rPr lang="en-US" sz="1400" dirty="0"/>
              <a:t>[15] Ilieva et al., “A Generative AI-Based Framework for Proactive Quality Assurance and Auditing,” 2026.</a:t>
            </a:r>
            <a:endParaRPr lang="en-EG" sz="1400" dirty="0"/>
          </a:p>
          <a:p>
            <a:pPr>
              <a:lnSpc>
                <a:spcPct val="90000"/>
              </a:lnSpc>
            </a:pPr>
            <a:endParaRPr lang="en-EG" sz="1400" dirty="0"/>
          </a:p>
        </p:txBody>
      </p:sp>
    </p:spTree>
    <p:extLst>
      <p:ext uri="{BB962C8B-B14F-4D97-AF65-F5344CB8AC3E}">
        <p14:creationId xmlns:p14="http://schemas.microsoft.com/office/powerpoint/2010/main" val="29872842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en-US" sz="3850"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321" y="2227943"/>
            <a:ext cx="5033221" cy="3788227"/>
          </a:xfrm>
        </p:spPr>
        <p:txBody>
          <a:bodyPr anchor="ctr">
            <a:normAutofit/>
          </a:bodyPr>
          <a:lstStyle/>
          <a:p>
            <a:endParaRPr lang="en-US" sz="2100"/>
          </a:p>
          <a:p>
            <a:r>
              <a:rPr lang="en-US" sz="2100"/>
              <a:t>Questions?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8" name="Graphic 17" descr="Help">
            <a:extLst>
              <a:ext uri="{FF2B5EF4-FFF2-40B4-BE49-F238E27FC236}">
                <a16:creationId xmlns:a16="http://schemas.microsoft.com/office/drawing/2014/main" id="{8D1BC65E-D09D-924D-8C38-FE6EC367CB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2530</Words>
  <Application>Microsoft Macintosh PowerPoint</Application>
  <PresentationFormat>On-screen Show (4:3)</PresentationFormat>
  <Paragraphs>302</Paragraphs>
  <Slides>15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An Integrated AI-Based Framework for Test Automation</vt:lpstr>
      <vt:lpstr>Agenda</vt:lpstr>
      <vt:lpstr>Background</vt:lpstr>
      <vt:lpstr>Research Problem</vt:lpstr>
      <vt:lpstr>Related Work (AI Testing &amp; Explainability)</vt:lpstr>
      <vt:lpstr>Related Work (CI/CD, XAI, QA Systems)</vt:lpstr>
      <vt:lpstr>Research Questions</vt:lpstr>
      <vt:lpstr>Proposed Framework</vt:lpstr>
      <vt:lpstr>Proposed Framework Architecture (Final)</vt:lpstr>
      <vt:lpstr>Methodology</vt:lpstr>
      <vt:lpstr>Datasets</vt:lpstr>
      <vt:lpstr>Expected Contributions</vt:lpstr>
      <vt:lpstr>REFRENCES</vt:lpstr>
      <vt:lpstr>REFRENCES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Mohamed Gamal</cp:lastModifiedBy>
  <cp:revision>6</cp:revision>
  <dcterms:created xsi:type="dcterms:W3CDTF">2013-01-27T09:14:16Z</dcterms:created>
  <dcterms:modified xsi:type="dcterms:W3CDTF">2026-04-20T19:43:37Z</dcterms:modified>
  <cp:category/>
</cp:coreProperties>
</file>