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Test Automation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PhD Proposal Presentation</a:t>
            </a:r>
          </a:p>
          <a:p>
            <a:r>
              <a:t>Mohamed Gamal Hassan Saleh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testing is essential but traditional automation is brittle.</a:t>
            </a:r>
          </a:p>
          <a:p>
            <a:r>
              <a:t>AI enables adaptive, intelligent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benchmarks</a:t>
            </a:r>
          </a:p>
          <a:p>
            <a:r>
              <a:t>• Lack of explainability</a:t>
            </a:r>
          </a:p>
          <a:p>
            <a:r>
              <a:t>• Weak CI/CD integration</a:t>
            </a:r>
          </a:p>
          <a:p>
            <a:r>
              <a:t>• Poor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benchmarking, explainability, unified framework, and CI/CD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system combining:</a:t>
            </a:r>
          </a:p>
          <a:p>
            <a:r>
              <a:t>• Defect Prediction</a:t>
            </a:r>
          </a:p>
          <a:p>
            <a:r>
              <a:t>• Test Prioritization</a:t>
            </a:r>
          </a:p>
          <a:p>
            <a:r>
              <a:t>• Self-Healing</a:t>
            </a:r>
          </a:p>
          <a:p>
            <a:r>
              <a:t>• Test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Modules:</a:t>
            </a:r>
          </a:p>
          <a:p>
            <a:r>
              <a:t>• Models</a:t>
            </a:r>
          </a:p>
          <a:p>
            <a:r>
              <a:t>• Explainability Engine</a:t>
            </a:r>
          </a:p>
          <a:p>
            <a:r>
              <a:t>• Benchmark Engine</a:t>
            </a:r>
          </a:p>
          <a:p>
            <a:r>
              <a:t>• CI/CD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ML (Random Forest) to predict buggy modules.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Ranks test cases based on risk and historical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Self-Healing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fixes broken test locators.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test cases from requirements.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SHAP to explain AI decisions for testers.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metrics: Accuracy, Precision, Recall, F1, AUC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Integrates with GitHub Actions / Jenkins for automation.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Defects4J, Bears, AEEEM, Tera-PROMISE, GitHub datasets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Unified framework</a:t>
            </a:r>
          </a:p>
          <a:p>
            <a:r>
              <a:t>• Explainable AI testing</a:t>
            </a:r>
          </a:p>
          <a:p>
            <a:r>
              <a:t>• Benchmarking</a:t>
            </a:r>
          </a:p>
          <a:p>
            <a:r>
              <a:t>• CI/CD-ready prototype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can transform testing into intelligent, adaptive, and explainable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